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only after pairs report their values. Ask students to narrate the plot before you narrate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Reconcile spreadsheet outputs. STDEV.S and VAR.S are the expected formulas because these cores sample a larger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both sentences aloud. Ask what disappeared in the mean-only version and what decision might change when it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spread as a finding, not a defect in the dataset. Hold the engineering boundary: descriptive statistics are not a code determination.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drill_zone = shoulder. Ask which deck regions remain unobserved and why 24 convenient cores are still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model only after students write. Accept equivalent language that gives center, spread/count, and scope without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Mask off the role tension: Diane's brevity request is operationally reasonable, while one-number certainty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H4-04 and decision-log entries. Preview M05 without revealing its designed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Put every core back on the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 orange line is the mean. Every dot is still an observation.</a:t>
            </a:r>
          </a:p>
        </p:txBody>
      </p:sp>
      <p:pic>
        <p:nvPicPr>
          <p:cNvPr id="5" name="Picture 4" descr="m04-core-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811" y="1883664"/>
            <a:ext cx="7148071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8613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The mean sits above the project comparison while individual results extend well below it. Center and spread are answering different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One file, several honest summaries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69567" y="1207008"/>
          <a:ext cx="905256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40233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Statistic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Result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Job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How much data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5,003.75 psi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Center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Sample variance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307,659.24 psi²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Squared spread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Sample SD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554.67 psi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Spread in original units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Sample CV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11.09%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Spread relative to center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3,820–5,960 psi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Extremes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Below 4,500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5 of 24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Low tail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mean did not move. The story did.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15468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MEAN-ONLY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“The 24 cores average 5,004 psi, above the 4,500 psi project comparison.”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1546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SPREAD-AWARE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“The mean is 5,004 psi, but sample SD is 555 psi (CV 11.1%) and 5 of 24 results are below 4,500 psi.”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6460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Both sentences are numerically correct. Only one tells the reader where the risk in the summary lives.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Uncertainty from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 file does not support a single-value picture of the tested concrete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8998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939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Spread is not a mistake to clean away.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It is observed variation in the sampled material and testing process.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90372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8077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Standard deviation quantifies it.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CV makes its size comparable to the mean.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6174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5214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The low tail remains real after averaging.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 center summarizes observations; it does not replace them.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3312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2351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This is descriptive uncertainty.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Inference about the whole deck requires attention to how and where the sample was taken.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230368"/>
            <a:ext cx="10853928" cy="141732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44982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DO NOT OVERCLAIM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888736"/>
            <a:ext cx="10305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A core below 4,500 psi is not, by itself, a complete code finding. A mean above 4,500 psi is not, by itself, an adequacy determination.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Twenty-four cores are not the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Read the columns FOREMAN did not summarize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10853928" cy="141732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WHAT THE FILE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0305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Every row lists drill_zone = shoulder. Access was easy there. No core in this file came from a traffic lane, joint, tower interface, or underside.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8359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7398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Population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every location or volume of deck concrete about which the claim is intended.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5496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4536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Sample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24 tested cores.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9890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8930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Scope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results describe these sampled shoulder locations. They do not establish the condition of every deck region.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93445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Arial"/>
              </a:rPr>
              <a:t>More rows do not repair a sampling frame that never reaches the places you care about.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three-sentence answer Diane can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10853928" cy="34290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 — REVEAL AFTER STUDENTS 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103052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1. The 24 tested cores average 5,004 psi.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2. Their sample SD is 555 psi (CV 11.1%), and 5 of 24 results fall below the 4,500 psi project comparison, so the mean alone hides consequential spread.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3. Because every core was drilled from an accessible shoulder location, these results describe the sampled locations but do not establish the condition of the entire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93208"/>
            <a:ext cx="10424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Arial"/>
              </a:rPr>
              <a:t>Short does not have to mean false. It has to mean disciplined.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Mask off — two minutes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3337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73736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Diane is wrong to demand only one number.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mean cannot carry the spread, the low tail, and the sampling scope.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54711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45110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Diane is right to demand a short answer.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Clients need a usable statement, not a pasted spreadsheet.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60851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164839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FOREMAN's arithmetic is correct.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designed error is turning one correct statistic into an unsupported adequacy conclusion.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7459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878579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Diane is not the grader.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check and the record are graded, not whether she likes the brief.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H4-04: three sentences plus the one-sentence verification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What you checked, what you accepted, and how many of the six hours you spent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Tuesday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FOREMAN runs against the live sensor stream overnight — and acts on one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