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REVEAL TITLE HOOK — Open only after students commit H8-02 and Note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REVEAL HOOK — Confirm the date-model values. Separate reproducible calculation from unsupported causal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REVEAL HOOK — Confirm the temperature-model values and elicit the physical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REVEAL HOOK — Walk date → temperature → measured strain. Clarify that date is a proxy in this observed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REVEAL HOOK — Show residual model. Use 'no meaningful trend in this extract,' not 'proof of no damage.'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REVEAL HOOK — State the designed error: FOREMAN treated fit as proof of deterioration.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MODEL RESPONSE HOOK — Compare student boundaries; accept equivalent evidence-based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STORY/SAY STATUS: PENDING CLOUD PASS — DO NOT TREAT THIS HOOK AS CANON SAY.</a:t>
            </a:r>
          </a:p>
          <a:p/>
          <a:p>
            <a:r>
              <a:t>PASTE APPROVED SAY HERE, preserving the instructional action below.</a:t>
            </a:r>
          </a:p>
          <a:p/>
          <a:p>
            <a:r>
              <a:t>CLOSE HOOK — Assign HW4 and collect Note v2. Approved Oli story close may be pasted here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08  ·  INSTRUCTOR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Date was carrying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Open only after students commit the regression hunt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M08 · Unit 2: Doubt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FOREMAN reproduced the date fit—and overclaimed it</a:t>
            </a:r>
          </a:p>
        </p:txBody>
      </p:sp>
      <p:pic>
        <p:nvPicPr>
          <p:cNvPr id="4" name="Picture 3" descr="M08-strain-v-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44168"/>
            <a:ext cx="6629400" cy="37882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572768"/>
            <a:ext cx="3840480" cy="26517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79222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DATE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2231136"/>
            <a:ext cx="3291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Slope: 8.12 µε/day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R²: 0.870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Strong association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Cause unresolved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Temperature explains the observed pattern</a:t>
            </a:r>
          </a:p>
        </p:txBody>
      </p:sp>
      <p:pic>
        <p:nvPicPr>
          <p:cNvPr id="4" name="Picture 3" descr="M08-strain-v-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44168"/>
            <a:ext cx="6629400" cy="37882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572768"/>
            <a:ext cx="3840480" cy="26517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79222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TEMPERATURE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2231136"/>
            <a:ext cx="3291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Slope: 11.90 µε/°C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R²: 0.933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Physical mechanism: thermal expansion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confound is a causal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3017520" cy="23774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883664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322576"/>
            <a:ext cx="24688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Tracks seasonal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3500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i="0">
                <a:solidFill>
                  <a:srgbClr val="F26B1D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64208"/>
            <a:ext cx="3017520" cy="237744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83664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AIR 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22576"/>
            <a:ext cx="24688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Warms over the observed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3500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i="0">
                <a:solidFill>
                  <a:srgbClr val="F26B1D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64208"/>
            <a:ext cx="3383280" cy="23774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83664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MEASURED STRAIN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22576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Changes with thermal expansion and restraint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After correction, the date trend disappears</a:t>
            </a:r>
          </a:p>
        </p:txBody>
      </p:sp>
      <p:pic>
        <p:nvPicPr>
          <p:cNvPr id="4" name="Picture 3" descr="M08-residual-v-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44168"/>
            <a:ext cx="6629400" cy="37882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572768"/>
            <a:ext cx="3840480" cy="26517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79222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RESIDUAL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2231136"/>
            <a:ext cx="3291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Slope: 0.26 µε/day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R²: 0.013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No meaningful date trend in this extract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300" b="1" i="0">
                <a:solidFill>
                  <a:srgbClr val="FFFFFF"/>
                </a:solidFill>
                <a:latin typeface="Barlow Condensed"/>
              </a:rPr>
              <a:t>The date trend is real.
The damage inference is not supported.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Temperature correction changes the engineering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Use a bounded correction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10853928" cy="242316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MODEL RESPONSE · NOT REQUIRED WORDING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10305288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uncorrected G4 strain increases with date, but date tracks warming in this observation window.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After modeling the temperature-linked response, the residual does not show a meaningful date trend; this evidence does not support progressive deterioration.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33088"/>
            <a:ext cx="10853928" cy="123444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35254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DO NOT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91456"/>
            <a:ext cx="10305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Temperature correction proves the bridge has no damage.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Close M08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HW4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Complete the temperature correction and submit the corrected trend.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NOTE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Claim, check, result—the mechanism belongs in the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Record what you checked and what remains unverified.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No later bearing-wear or Exam details enter M08.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2027-02-25T12:00:00Z</dcterms:created>
  <dcterms:modified xsi:type="dcterms:W3CDTF">2027-02-25T12:00:00Z</dcterms:modified>
  <cp:category/>
</cp:coreProperties>
</file>