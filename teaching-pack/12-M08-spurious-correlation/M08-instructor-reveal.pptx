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Open only after students complete the hunt and commit H8-02 and Note version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Confirm the date-model result. FOREMAN’s fitted line is reproducible; the progressive-deterioration interpretation is not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Confirm that strain has a strong relationship with air temperature. Students, not Diane or Wes, identify the thermal-expansion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Temperature drives the calendar trend and the measured strain: date → warming → steel expansion → measured strain.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Confirm the temperature-corrected result. Use “no meaningful date trend in this extract,” not “proof of no damage.”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FOREMAN’s designed error is reading the seasonal temperature effect as structural damage and offering high R-squared as proof of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REVEAL — Compare student replies. The supported conclusion is that this uncorrected trend does not establish progressive structural deterioration.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PASS.</a:t>
            </a:r>
          </a:p>
          <a:p/>
          <a:p>
            <a:r>
              <a:t>CLOSE — HW4 stays at M08: temperature-corrected strain trend plus a two-line reply. Continue Note version 2 from M07. Diane remains in believer mode and students retain the corrected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08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Date was carrying temperature.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the regression hunt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M08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reproduced the date fit—and overclaimed it</a:t>
            </a:r>
          </a:p>
        </p:txBody>
      </p:sp>
      <p:pic>
        <p:nvPicPr>
          <p:cNvPr id="4" name="Picture 3" descr="M08-strain-v-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DATE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Slope: 8.12 µε/day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R²: 0.870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Strong association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Cause unresolved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Temperature explains the observed pattern</a:t>
            </a:r>
          </a:p>
        </p:txBody>
      </p:sp>
      <p:pic>
        <p:nvPicPr>
          <p:cNvPr id="4" name="Picture 3" descr="M08-strain-v-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TEMPERATURE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Slope: 11.90 µε/°C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R²: 0.933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Physical mechanism: thermal expansion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confound is a causal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3017520" cy="23774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883664"/>
            <a:ext cx="24688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22576"/>
            <a:ext cx="246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Tracks seasonal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235000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26B1D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64208"/>
            <a:ext cx="3017520" cy="2377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83664"/>
            <a:ext cx="24688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AIR 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322576"/>
            <a:ext cx="246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Warms over the observed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35000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26B1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64208"/>
            <a:ext cx="3383280" cy="23774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83664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MEASURED STRAIN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22576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Changes with thermal expansion and restraint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After correction, the date trend disappears</a:t>
            </a:r>
          </a:p>
        </p:txBody>
      </p:sp>
      <p:pic>
        <p:nvPicPr>
          <p:cNvPr id="4" name="Picture 3" descr="M08-residual-v-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RESIDUAL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Slope: 0.26 µε/day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R²: 0.013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No meaningful date trend in this extract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300" b="1" i="0">
                <a:solidFill>
                  <a:srgbClr val="FFFFFF"/>
                </a:solidFill>
                <a:latin typeface="Barlow Condensed"/>
              </a:rPr>
              <a:t>The date trend is real.
The damage inference is not supported.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Temperature correction changes the engineering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Use a bounded correction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42316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RESPONSE · NOT REQUIRED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uncorrected G4 strain increases with date, but date tracks warming in this observation window.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After modeling the temperature-linked response, the residual does not show a meaningful date trend; this evidence does not support progressive deterioration.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13308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3525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DO NOT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79145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Temperature correction proves the bridge has no damage.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HW4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Complete the temperature correction and submit the corrected trend.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NOTE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Claim, check, result—the mechanism belongs in the record.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Record what you checked and what remains unverified.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No later bearing-wear or Exam details enter M08.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2027-02-25T12:00:00Z</dcterms:created>
  <dcterms:modified xsi:type="dcterms:W3CDTF">2027-02-25T12:00:00Z</dcterms:modified>
  <cp:category/>
</cp:coreProperties>
</file>