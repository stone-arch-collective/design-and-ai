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after students commit to a first unsupported line. Reproduce the four checks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designed error is the action jump, not arithmetic. Read WARN-250 and CLOSE-DRAFT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how many values went into the mean before showing one. Window duration is not sample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 equivalent notes that separate recorded exceedance from cause and choose a proportionate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M06 boundary. Do not disclose the traffic match or call the event a sensor 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 off the system-design lessons. Diane's concern should not function as the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the duplicate audit without naming the block. Preview the Wes handoff, not its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recorded warning is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available evidence supports an internal flag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002536"/>
          <a:ext cx="108539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196328"/>
              </a:tblGrid>
              <a:tr h="5486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Barlow Condensed"/>
                        </a:rPr>
                        <a:t>Check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Barlow Condensed"/>
                        </a:rPr>
                        <a:t>Result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Corrected G6 at 03:00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286.1 µε exists in feed.csv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Baseline correction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187 µε removed; did not create the exceedance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10-minute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1 sample; mean equals that single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WARN-250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B2F36"/>
                          </a:solidFill>
                          <a:latin typeface="Arial"/>
                        </a:rPr>
                        <a:t>286.1 &gt; 250.0 → TRUE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5111496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3309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WHAT THAT DOES NOT YET ESTABLISH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769864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physical cause of the reading, persistence at the next poll, or an immediate-closure disposition.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unsupported jump is in the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evaluated one rule and acted as if it had satisfied another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24612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WARN-250 ACTUALLY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Open internal review flag.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Repeat at next poll.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Inspect neighbours.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Require human review before external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2461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Declared immediate closure safest.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Created emergency county draft.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Said no further checks were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22975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26B1D"/>
                </a:solidFill>
                <a:latin typeface="Arial"/>
              </a:rPr>
              <a:t>Correct comparison. Unsupported disposition.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one-point average is still one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label “10-minute mean” sounds more robust than the operation was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5"/>
            <a:ext cx="10853928" cy="1234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40864"/>
            <a:ext cx="10853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ourier New"/>
              </a:rPr>
              <a:t>mean([286.1]) = 286.1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7444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6484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Averaging did not manufacture the value.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It also did not add repeat evidence.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4582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3621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 sample count is decision-relevant metadata.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Window length alone does not tell you how much data entered.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719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50759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 next poll matters.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Persistence was required and unavailable at 03:07.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smallest defensible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Match the action to the evidence you actually have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306324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NOTE — AFTER STUDENTS 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03052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03:00 G6 value in the corrected feed exceeds the 250 µε warning threshold, and I can reproduce that comparison.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available window contains one G6 reading, so it does not support FOREMAN's immediate-closure recommendation or establish what caused the exceedance.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Keep the internal flag open, obtain the next poll, compare adjacent gauges, and require licensed-engineer review before any county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40096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F3A5F"/>
                </a:solidFill>
                <a:latin typeface="Arial"/>
              </a:rPr>
              <a:t>This is not “do nothing.” It is a proportionate checkpoint.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question M05 cannot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Was the reading caused by a real load or by an artifact?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899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939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You have checked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row, correction, averaging, and threshold comparison.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0372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8077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You have not checked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event against an independent source.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431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471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Do not erase it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because it looks unusual.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8256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68655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Do not close the bridge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because one threshold comparison returned true.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30368"/>
            <a:ext cx="10853928" cy="12801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4498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THURSDAY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888736"/>
            <a:ext cx="1030528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Audit FOREMAN's reversal using the distribution and the traffic record.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3337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73736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An agent is a chain of handoffs.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correct early step does not validate the later action.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4711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45110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Rules can sit inside learned systems.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250 µε comparison is the M01 kind of rule.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6085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16483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Autonomy spends review opportunities.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Put checkpoints before external or irreversible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7459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87857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Diane is sharper because the firm's name was almost attached.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Her concern is not the answer 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H5-04 note v1: supports, does not support, next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HW3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Audit row counts and duplicated timestamps; compute peak corrected strain by 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Thursday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FOREMAN reverses itself; audit the distribution, then hand the gauge file to Wes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