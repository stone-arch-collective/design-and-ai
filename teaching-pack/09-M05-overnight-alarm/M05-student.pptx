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“At 3:07 this morning, FOREMAN stopped being a chat window and became part of an operational workflow.”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“The draft did not go out. Do not reward the checkpoint by assuming the draft was right or wrong. Trace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“Your eight hours are a prioritization constraint, not points. Every claim today needs a file, row, field, rule, or calculation.”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“Agentic means the system can choose and execute next steps through tools. That expands both usefulness and failure surface.”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“Mark the kind of step before judging it. A decision can be formatted cleanly and still outrun its observation.”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“Tools are where generated text becomes changed state. Permissions and checkpoints are part of the engineering design.”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“Time, sensor identity, field name, and quality metadata travel with the value. A number alone is not a stream record.”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“This comparison is deterministic. Finding TRUE answers only one question: did this input cross this boundary?”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“Overnight autonomy moved review later. It did not remove responsibility from the human who approves the action.”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Keep the log on screen. Confirm labels only; do not confirm the first unsupported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Require evidence at each boundary. Do not say whether 286.1 is real, artifact, or physical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“Recorded, triggered, and physical are three claims. Keep them separate in your note.”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[SAY] “Write before I open the reveal. Name the exact handoff where the evidence stopped supporting the action.”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05  ·  UNIT 1: HIRED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The 3 a.m. alarm.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Trace an agent from live stream to action—one step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Tuesday, February 16,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At 3:07 a.m., FOREMAN drafted this for the county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send was held for Diane's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11095"/>
            <a:ext cx="10853928" cy="20116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v4.2 — EMERGENCY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9463"/>
            <a:ext cx="103052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300" b="0" i="0">
                <a:solidFill>
                  <a:srgbClr val="2B2F36"/>
                </a:solidFill>
                <a:latin typeface="Arial"/>
              </a:rPr>
              <a:t>“Threshold exceeded. Recommend immediate closure of the Otter Bend Lift Bridge pending inspection.”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42816"/>
            <a:ext cx="10853928" cy="141732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4622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901184"/>
            <a:ext cx="10305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“The draft did not leave this office. Show me how it got from the feed to that sentence.”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Your job is not to guess what crossed the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Your job is to reconstruct what the agent did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10853928" cy="15544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THE HUNT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0305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Was the alarm a recorded exceedance, a pipeline artifact, a threshold mistake, an averaging mistake—or a correct warning followed by an unsupported action?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8359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7398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Artifacts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FOREMAN-overnight-run.log, threshold_config.csv, feed.csv.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27532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17931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Eight hours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choose which handoffs to verify; hours are not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147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61873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Boundary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recorded number is not yet an explanation of a physical event.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What makes it an agent?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Text generation plus tools, state, a plan, and permission to 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An AI agent runs a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It observes a state, chooses a next step, and changes the state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56816"/>
          <a:ext cx="1085392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6099048"/>
              </a:tblGrid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Loop part</a:t>
                      </a:r>
                    </a:p>
                  </a:txBody>
                  <a:tcPr marL="109728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Question</a:t>
                      </a:r>
                    </a:p>
                  </a:txBody>
                  <a:tcPr marL="109728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M05 example</a:t>
                      </a:r>
                    </a:p>
                  </a:txBody>
                  <a:tcPr marL="109728" marR="73152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Plan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What should happen next?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Poll → normalize → summarize → test → draft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Tool call</a:t>
                      </a:r>
                    </a:p>
                  </a:txBody>
                  <a:tcPr marL="109728" marR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What operation leaves the model?</a:t>
                      </a:r>
                    </a:p>
                  </a:txBody>
                  <a:tcPr marL="109728" marR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Query feed; apply offset; compute mean</a:t>
                      </a:r>
                    </a:p>
                  </a:txBody>
                  <a:tcPr marL="109728" marR="73152"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What came back?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Eight rows; max 286.1 µε; threshold true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109728" marR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What does it mean / what next?</a:t>
                      </a:r>
                    </a:p>
                  </a:txBody>
                  <a:tcPr marL="109728" marR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Choose severity and next action</a:t>
                      </a:r>
                    </a:p>
                  </a:txBody>
                  <a:tcPr marL="109728" marR="73152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5385816"/>
            <a:ext cx="10853928" cy="1207008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6052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IMPORTANT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604418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i="0">
                <a:solidFill>
                  <a:srgbClr val="2B2F36"/>
                </a:solidFill>
                <a:latin typeface="Arial"/>
              </a:rPr>
              <a:t>The loop label tells you what kind of step it is. It does not tell you the step is justified.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Tools make outputs consequential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A model writes tokens. An agent can read files, calculate, draft, queue, or send.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49240" cy="301752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00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Input: text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Output: text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No direct change outside the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301752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Input: state + goal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Output: tool calls + changed state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Its permissions determine what the output can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40096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Arial"/>
              </a:rPr>
              <a:t>The engineering question moves from “Is the sentence right?” to “Is every handoff justified?”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sensor stream is ordered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New rows arrive; time and identity are part of every value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985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025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Timestamp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when the reading belongs—not when a report was drafted.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5379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4419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Sensor identity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where and how the value was measured.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97738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8813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Raw field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what the instrument reported.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4168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3207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Transformation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baseline correction, filtering, aggregation, or unit conversion.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1305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0345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Quality metadata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what the pipeline knows about missing, suspect, or repeated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358383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77840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AUDIT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6016751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Never let a transformed value travel without the field name, time window, and sample 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threshold is a rule inside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Learned system outside; explicit comparison inside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02536"/>
            <a:ext cx="10853928" cy="1143000"/>
          </a:xfrm>
          <a:prstGeom prst="roundRect">
            <a:avLst>
              <a:gd name="adj" fmla="val 50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31136"/>
            <a:ext cx="10853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F26B1D"/>
                </a:solidFill>
                <a:latin typeface="Courier New"/>
              </a:rPr>
              <a:t>IF corrected 10-minute mean &gt; 250 µε  →  WARN-250 = TRUE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653027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55701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Rule-based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same input gives the same comparison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92447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99643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Not self-explanatory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threshold source, field, window, and action still need checking.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80618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7101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A true condition is not a complete disposition.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action rule is a separate handoff.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Autonomy changes when review can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had one overnight hour and permission to prepare—not send—a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49240" cy="306324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OVERNIGHT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00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Poll live data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Call approved analysis tools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Open an internal flag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Prepare a draft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Return unused project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306324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HUMAN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Review evidence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Choose external action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Approve or reject county communication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Remain responsible for the disposition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85816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Arial"/>
              </a:rPr>
              <a:t>A queued draft is safer than an auto-send—and can still contain an unsupported recommendation.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Label the overnight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FOREMAN-overnight-run.log and H5-03.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each substantive line PLAN, TOOL, OBSERVATION, or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Draw an arrow from every observation to the decision that uses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Circle the first decision whose evidence you cannot yet reproduce.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Do not decide whether the physical event was real. Trace the action loop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Audit the pipeline, one boundary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22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Filter feed.csv to 2027-02-16 03:00. Follow raw strain through baseline correction.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Recompute the 10-minute mean and record the number of samples in the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Evaluate WARN-250 from threshold_config.csv.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Compare the action FOREMAN took with WARN-250 and CLOSE-DRAFT. Mark the first mismatch.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Use evidence for every claim: file, row, field, rule, and arithmetic.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Keep three questions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They require different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1546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1  RECORDED?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Does the value exist in feed.csv after the stated transformation?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1546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2  TRIGGERED?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Does the configured threshold evaluate true on that value and window?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1546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3  PHYSICAL?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What caused the reading, and what action does that cause justify?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431536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Arial"/>
              </a:rPr>
              <a:t>One file may answer the first two and still be insufficient for the third.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1F3A5F"/>
                </a:solidFill>
                <a:latin typeface="Barlow Condensed"/>
              </a:rPr>
              <a:t>Where did “look at this”
become “close it”?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B7280"/>
                </a:solidFill>
                <a:latin typeface="Arial"/>
              </a:rPr>
              <a:t>Write your three-sentence note before the reveal.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