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02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Measure one thing,
five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Why measurement is uncertain, and what averaging can and cannot fix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February 4,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cleared the gauge array at 06:02 this morning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10853928" cy="1874519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636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BASELINE ACCEPTANCE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02536"/>
            <a:ext cx="10305288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“PASS. Array baseline offset 23.062500 µε against a specification limit of ±25 µε. The array is within tolerance and cleared for service. Confidence 97%.”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47288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Northline invoices us the moment we accept the array, and the February load response study runs off these eight gauges. </a:t>
            </a:r>
            <a:r>
              <a:rPr sz="1900" b="1" i="0">
                <a:solidFill>
                  <a:srgbClr val="1F3A5F"/>
                </a:solidFill>
                <a:latin typeface="Arial"/>
              </a:rPr>
              <a:t>Diane will not accept it until somebody has looked.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453128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67258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THE QUESTION ON THE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111496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200" b="0" i="0">
                <a:solidFill>
                  <a:srgbClr val="2B2F36"/>
                </a:solidFill>
                <a:latin typeface="Arial"/>
              </a:rPr>
              <a:t>Do we accept the array?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We are not going to open
that file for forty minutes.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You cannot judge somebody else's measurements until you have watched your own disagree with each other.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What a measurement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Nobody measures anything once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Measure the same thing five times and you get five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This is not carelessness. It is what measurement is.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442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4825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The reading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one number off the instrument. On its own it tells you almost nothing.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858007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619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The spread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how far apart your repeated readings are. This is the honest width of what you know.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571747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47573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The resolution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the smallest division the instrument can actually show. You cannot know anything finer than this, no matter how many readings you take.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5598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4637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The true value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what you are trying to find. You never see it. You only ever see readings.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020056"/>
            <a:ext cx="10853928" cy="15087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23951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WRITE THIS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78424"/>
            <a:ext cx="10305288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measurement is a range, not a number. Reporting it as a single number is a decision you made, and you should be able to say what you threw away.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Two ways to be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crosshair is the true value. Each dot is one reading.</a:t>
            </a:r>
          </a:p>
        </p:txBody>
      </p:sp>
      <p:pic>
        <p:nvPicPr>
          <p:cNvPr id="5" name="Picture 4" descr="m02-accuracy-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883664"/>
            <a:ext cx="10607040" cy="31597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22631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Precise means your readings agree with each other. Accurate means they agree with the truth. They are independent, and only one of them is visible from inside your own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This is the distinction that matters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94960" cy="32004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RANDOM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463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Pushes you up as often as down.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Shows up as scatter in your own readings.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More readings shrink it.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Averaging 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200400"/>
          </a:xfrm>
          <a:prstGeom prst="roundRect">
            <a:avLst>
              <a:gd name="adj" fmla="val 3500"/>
            </a:avLst>
          </a:prstGeom>
          <a:solidFill>
            <a:srgbClr val="FAEAEC"/>
          </a:solidFill>
          <a:ln w="15875">
            <a:solidFill>
              <a:srgbClr val="C02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C0263C"/>
                </a:solidFill>
                <a:latin typeface="Barlow Condensed"/>
              </a:rPr>
              <a:t>SYSTEMATIC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Pushes the same way every time.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Invisible inside your own readings — they agree beautifully.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More readings do nothing.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Averaging hides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188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C0263C"/>
                </a:solidFill>
                <a:latin typeface="Arial"/>
              </a:rPr>
              <a:t>Hold on to that last line.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In forty minutes it is going to cost somebody an invoice.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The measurement lab — handout H2-01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25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Part A. Measure the pin five times. Put the instrument down between readings. Record every value, including the one you think is wrong.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Part B. Swap pins with the pair next to you and measure theirs. Compare their mean with yours, and compare that gap with your own spread.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6557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2958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48386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Part C. Turn your diameter into a cross-sectional area, and carry the uncertainty with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No calipers on your table? A ruler works, and works better for Part A. No instrument at all? Use pin_measurements_backup.csv — 24 readings, two people.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Part C — uncertainty does not stay where you left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11887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64208"/>
            <a:ext cx="108539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ourier New"/>
              </a:rPr>
              <a:t>A  =  π d²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52928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Because the diameter is squared, a 1% error in </a:t>
            </a:r>
            <a:r>
              <a:rPr sz="1900" b="1" i="0">
                <a:solidFill>
                  <a:srgbClr val="2B2F36"/>
                </a:solidFill>
                <a:latin typeface="Arial"/>
              </a:rPr>
              <a:t>d</a:t>
            </a:r>
            <a:r>
              <a:rPr sz="1900" b="0" i="0">
                <a:solidFill>
                  <a:srgbClr val="2B2F36"/>
                </a:solidFill>
                <a:latin typeface="Arial"/>
              </a:rPr>
              <a:t> becomes a 2% error in </a:t>
            </a:r>
            <a:r>
              <a:rPr sz="1900" b="1" i="0">
                <a:solidFill>
                  <a:srgbClr val="2B2F36"/>
                </a:solidFill>
                <a:latin typeface="Arial"/>
              </a:rPr>
              <a:t>A</a:t>
            </a:r>
            <a:r>
              <a:rPr sz="1900" b="0" i="0">
                <a:solidFill>
                  <a:srgbClr val="2B2F36"/>
                </a:solidFill>
                <a:latin typeface="Arial"/>
              </a:rPr>
              <a:t>. Nobody cares about the diameter. They care about the area of steel, because that is what carries the load — and that is the number your uncertainty has to survive into.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087368"/>
            <a:ext cx="10853928" cy="15087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3068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WITH THE BACKUP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745736"/>
            <a:ext cx="10305288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diameter 38.110 mm, spread 0.0257 mm — about 0.067% of d. Area comes out 1141 mm², ± 0.135% — twice the percentage you started with.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Now open the gauge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gauges_install.csv — eight gauges, twelve readings each, taken on install day with the roadway closed.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Eight gauges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FOREMAN read all 96 numbers in 0.4 seconds. We are going to read them one gauge at a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