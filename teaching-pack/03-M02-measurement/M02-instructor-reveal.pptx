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What the backup data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Two people, the same pin, twelve readings each</a:t>
            </a:r>
          </a:p>
        </p:txBody>
      </p:sp>
      <p:pic>
        <p:nvPicPr>
          <p:cNvPr id="5" name="Picture 4" descr="m02-pin-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913" y="1883664"/>
            <a:ext cx="6407868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175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Reader B is about 33 micrometres high on every single reading. Their own twelve readings agree with each other beautifully. Nothing inside B's data can reveal this — it only shows up when you compare with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One gauge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Specification KC-MB-12 §4.3: each gauge shall read within ±25 µε of zero under no load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43887" y="1773936"/>
          <a:ext cx="85039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1828800"/>
                <a:gridCol w="27432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Gauge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Mean (µε)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Spread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Within ±25 µε?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G1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G2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-0.50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-0.75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-1.08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-0.25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G6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187.50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G7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-0.08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G8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-0.42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G6</a:t>
            </a:r>
          </a:p>
        </p:txBody>
      </p:sp>
      <p:pic>
        <p:nvPicPr>
          <p:cNvPr id="4" name="Picture 3" descr="m02-gauges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95" y="1316736"/>
            <a:ext cx="7994304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543153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Seven gauges sit within about one microstrain of zero. G6 reads 187.5 — seven times the limit. Its own twelve readings are as tight as everybody else's, so nothing inside G6 looks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So how did it pass?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FOREMAN's arithmetic is correct. Every digit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02536"/>
            <a:ext cx="10853928" cy="157276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0853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ourier New"/>
              </a:rPr>
              <a:t>G6 187.50   +   the other seven (−3.00)   =   184.50 µε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23744"/>
            <a:ext cx="10853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A5F"/>
                </a:solidFill>
                <a:latin typeface="Courier New"/>
              </a:rPr>
              <a:t>184.50  ÷  8 gauges  =  23.06 µε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0853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4F"/>
                </a:solidFill>
                <a:latin typeface="Courier New"/>
              </a:rPr>
              <a:t>23.06  &lt;  25      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Averaging eight gauges divided one gauge's error by eight, and slid a failure of 162 µε under a limit it fails outright. </a:t>
            </a:r>
            <a:r>
              <a:rPr sz="1900" b="1" i="0">
                <a:solidFill>
                  <a:srgbClr val="C0263C"/>
                </a:solidFill>
                <a:latin typeface="Arial"/>
              </a:rPr>
              <a:t>The error is not in how FOREMAN computed. It is in what it chose to compute.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74336"/>
            <a:ext cx="10853928" cy="1536192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1937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AND THE SECOND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632703"/>
            <a:ext cx="1030528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It reported 23.062500 µε — six decimal places, from an instrument whose installation record says it resolves 1 µε.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Somebody already knew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Page 2 of the installation record, in the margin, in 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139696"/>
            <a:ext cx="9235440" cy="1371600"/>
          </a:xfrm>
          <a:prstGeom prst="roundRect">
            <a:avLst>
              <a:gd name="adj" fmla="val 40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432304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 i="0">
                <a:solidFill>
                  <a:srgbClr val="1F3A5F"/>
                </a:solidFill>
                <a:latin typeface="Caveat"/>
              </a:rPr>
              <a:t>“Northline guy was in a hurry. I watched him re-glue G6 and didn't see him re-zero it. Said it was fine.”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45536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Arial"/>
              </a:rPr>
              <a:t>— W. Tanaka, EIT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9730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8770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One hour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spent reading the installation record would have handed you the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6868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5907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Two hours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spent recomputing the eight means would have found it the hard way, and taught you more.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005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53045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Zero hours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carries G6 into the February study, into HW3, and into April.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26B1D"/>
                </a:solidFill>
                <a:latin typeface="Barlow Condensed"/>
              </a:rPr>
              <a:t>This one comes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In April a four-step workflow produces a number nobody can explain, and one of its inputs came from a February file with your name on it. Nobody will tell you which.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HW1, and your ten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Handout H2-04. Due Tuesday, one page.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047" y="1911095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005840"/>
                <a:gridCol w="49377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What you could do</a:t>
                      </a:r>
                    </a:p>
                  </a:txBody>
                  <a:tcPr marL="118872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Hours</a:t>
                      </a:r>
                    </a:p>
                  </a:txBody>
                  <a:tcPr marL="118872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What it buys</a:t>
                      </a:r>
                    </a:p>
                  </a:txBody>
                  <a:tcPr marL="118872" marR="9144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Recompute all eight gauge means yourself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 know the numbers are real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Spot-check one gauge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Your method works — not that the rest is right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Read the installation record and field notes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Context FOREMAN did not have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Call Northline about the install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An answer next meeting, not today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Re-derive FOREMAN's array figure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 learn what it actually did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Accept FOREMAN's result as delivered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Four hours saved, a number you cannot defend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19471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You have ten. You cannot do all of it — that is the assignment.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Write down what you chose not to check, on the decision log. You will want it in May.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Mask off — two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3337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73736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Hours are never points.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Running out of them costs you nothing. Spending them on the wrong thing costs you nothing.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4711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45110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There was no trick.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data was in the file, the warning was in the margin, and the arithmetic was correct. Nothing was hidden from you.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60851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16483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Nobody is expected to catch everything.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You are expected to know what you did not check, and to say so.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HW1, one page, due Tuesday. Start your decision log — week 1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The decision log lives in your folder all semester. Two minutes a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Tuesday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FOREMAN summarizes the county specification, and we find out what happens when a language model looks something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