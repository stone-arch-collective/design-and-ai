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title and meeting frame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inbox: Diane, FOREMAN, and schedule pressure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student hunt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teach transition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standard error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t multiplier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confidence level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coupon warm-up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signal/noise transition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paired design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measurement/process/sampling noise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test-control audit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paired 95% interval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p-value and significance language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99% sensitivity check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Note v2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HW5 callback and close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10  ·  UNIT 2: DOUBT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Did the deck get worse?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Separate a small paired signal from measurement and process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Thursday, March 4, 2027  ·  SEIS 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yes-or-no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FOREMAN has already made the answer sound final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11095"/>
            <a:ext cx="10853928" cy="173736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3055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· FINAL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69463"/>
            <a:ext cx="10305288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Mean test-truck strain is up 6%. Deterioration confirmed.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p = 0.04, so there is a 96% chance the deck has deteriorated.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22776"/>
            <a:ext cx="10853928" cy="123444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14223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DIANE HALVORSEN, 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581144"/>
            <a:ext cx="10305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Did the deck get worse since 2019—yes or no?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hunt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Estimate · audit noise · change confidence · bound the claim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1  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Same eight locations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2027 minus 2019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2  QUANTIFY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Mean change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Standard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3 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Repeatability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Matched process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956816"/>
            <a:ext cx="2734056" cy="33832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176272"/>
            <a:ext cx="21854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4  BOUND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615184"/>
            <a:ext cx="218541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95% versus 99%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Signal without overclaim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Build an interval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Start with six coupons; then move to eight paired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Standard error is uncertainty in the sample mean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SPREAD OF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Standard deviation describes variation among observations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paired changes differ by 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SPREAD OF AN 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Standard error = s / √n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It estimates sample-to-sample variation of the mean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Small samples use a t multiplier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t*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Depends on confidence level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Depends on degrees of freedom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Larger confidence demand → larger multiplier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margin = t* × standard error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interval = estimate ± margin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Confidence describes a method—not a vote on a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95%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In repeated sampling, about 95% of intervals built this way capture the true mean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NOT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95% chance this calculated interval moves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95% chance FOREMAN's story is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Warm up with six coupons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coupons.csv and H10-01.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Calculate the mean, sample SD, and 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Read t* for 95% confidence and df = 5 from the supplied 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Build and interpret the interval on mean yield strength.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The warm-up teaches mechanics; it does not answer the deck question.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Separate signal from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Pair locations and inspect what the test process controlled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Pairing asks each location to serve as its own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UNPAIRED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How do all 2019 values compare with all 2027 values?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Location differences remain mixed into the spread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PAIRED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For each same location, what is 2027 − 2019?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Analyze the eight location changes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Noise has more than one address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342900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28803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Instrument resolution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Pass-to-pass repeatability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Calibration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89888"/>
            <a:ext cx="3429000" cy="34290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2048256"/>
            <a:ext cx="28803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Truck load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Lane position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Speed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Temperature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389888"/>
            <a:ext cx="3429000" cy="34290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904" y="2048256"/>
            <a:ext cx="28803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Only eight locations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Change varies by location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SE and interval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Audit the test before the p-value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8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H10-02 and M10-test-control-check.csv.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Verify load, lane position, speed, passes, and temperature handling across years.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Compare within-test repeatability SD with each paired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List one source reduced by design and one uncertainty that remains.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Matched controls reduce alternative explanations; they do not diagnose a mechanism.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Build the paired 95% interval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Use M10-paired-location-summary.csv and H10-03.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Check each 2027 − 2019 change before summarizing.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Calculate mean, SD, SE, t* for df = 7, and the 95% interval.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Decide whether zero mean change remains plausible at this confidence level.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Commit the interval and a one-sentence claim before the reveal.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Significance is not size, certainty, or diagnosis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p-VALUE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Assumes a null model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Asks how unusual this result would be under that model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Does not assign probability to FOREMAN's claim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ENGINEERING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Needs magnitude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Needs uncertainty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Needs test controls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May still need a physical mechanism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Raise the confidence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Keep the same mean, SD, SE, and df.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Replace the 95% t multiplier with the 99% multiplier.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Rebuild the interval and check whether zero enters.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Explain why the two intervals are not contradictory.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Higher confidence requires a wider interval.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Write Unit 2 Note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Claim · check · result · now with an interval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State FOREMAN's 6% and p-value interpretation.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Give paired estimate, interval, and noise/control audit.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Say how sure—and what the data still cannot prove.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Before the gated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HAND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H10-03 and H10-06 after committing the paired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ASSIGNED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HW5: audit duplicate timestamps before building the peak-strain interval.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Project-hour choice and anything accepted unverified.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Keep all Exam 1 scenario details out of M10.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2027-03-04T12:00:00Z</dcterms:created>
  <dcterms:modified xsi:type="dcterms:W3CDTF">2027-03-04T12:00:00Z</dcterms:modified>
  <cp:category/>
</cp:coreProperties>
</file>