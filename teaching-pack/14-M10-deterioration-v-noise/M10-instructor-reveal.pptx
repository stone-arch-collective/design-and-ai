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reveal title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coupon result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paired estimate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95% interval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99% interval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confidence-level synthesis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FOREMAN designed error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bounded response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SAY PLACEHOLDER — CLOUD PASS PENDING.</a:t>
            </a:r>
          </a:p>
          <a:p/>
          <a:p>
            <a:r>
              <a:t>Beat: HW5 and close</a:t>
            </a:r>
          </a:p>
          <a:p>
            <a:r>
              <a:t>Do not improvise or treat this scaffold as approved canon. Replace only from the Cloud-PASS M10 SAY file on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10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Probably a small real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students commit the paired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M10 · Unit 2: Doubt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coupon interval establishes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35608"/>
            <a:ext cx="10853928" cy="26517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5506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SIX COUPONS · 95%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93976"/>
            <a:ext cx="103052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Mean = 49.50 ksi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SE = 0.50 ksi · t* = 2.571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95% CI = [48.22, 50.78] ksi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Same-location changes reveal a small positive mean</a:t>
            </a:r>
          </a:p>
        </p:txBody>
      </p:sp>
      <p:pic>
        <p:nvPicPr>
          <p:cNvPr id="4" name="Picture 3" descr="M10-paired-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44168"/>
            <a:ext cx="6629400" cy="37882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572768"/>
            <a:ext cx="3840480" cy="26517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79222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PAIRED ESTIMATE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231136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 = 8 locations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Mean = 6.00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SD = 6.82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SE = 2.41 µε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At 95%, zero sits just outside the interval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349240" cy="30632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9222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95%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800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t* = 2.365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[0.29, 11.71]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Zero excluded—barely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572768"/>
            <a:ext cx="5367528" cy="30632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79222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SUPPORTED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231136"/>
            <a:ext cx="481888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Evidence of a positive mean change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Magnitude remains small and uncertain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Not a complete damage diagnosis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At 99%, the wider interval includes zero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349240" cy="306324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9222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99%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800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t* = 3.499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[-2.44, 14.44]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Zero remains plausible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572768"/>
            <a:ext cx="5367528" cy="30632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79222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231136"/>
            <a:ext cx="481888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Same estimate and data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Higher confidence demand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Wider uncertainty band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The signal survives a 95% interval.
The certainty does not survive 99%.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Probably a small real change is stronger than either “noise” or “confirmed.”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FOREMAN turned significance into certainty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VALID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paired estimate is +6.0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95% interval excludes zero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Matched controls reduce some process noise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INVALID LEAP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 = 0.04 means 96% probability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Significant means confirmed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Positive strain change proves deck deterioration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bounded answer keeps the uncertainty 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242316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RESPONSE · NOT REQUIRED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0305288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eight matched locations show a mean increase of 6.0 microstrain.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95% interval is [0.29, 11.71] microstrain; the 99% interval is [-2.44, 14.44]. This is probably a small real change, not confirmed deterioration.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Close M10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HW5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Audit duplicate timestamps before calculating the peak-strain interval.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NOTE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Include the estimate and interval in claim/check/result.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DIANE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Her demand for yes/no is schedule pressure—not the grading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SPOILER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Keep all Exam 1 scenario details out of this meeting.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2027-03-04T12:00:00Z</dcterms:created>
  <dcterms:modified xsi:type="dcterms:W3CDTF">2027-03-04T12:00:00Z</dcterms:modified>
  <cp:category/>
</cp:coreProperties>
</file>