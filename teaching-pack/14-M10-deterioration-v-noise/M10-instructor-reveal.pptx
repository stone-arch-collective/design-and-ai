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 · revised M10.</a:t>
            </a:r>
          </a:p>
          <a:p/>
          <a:p>
            <a:r>
              <a:t>REVEAL — Open only after students complete the paired hunt. SAY: “The designed error is not the arithmetic alone; it is what FOREMAN claims the arithmetic proves.”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 · revised M10.</a:t>
            </a:r>
          </a:p>
          <a:p/>
          <a:p>
            <a:r>
              <a:t>REVEAL — SAY: “The coupon interval establishes the mechanics: sample mean, standard error, degrees of freedom, critical t, and interval.”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 · revised M10.</a:t>
            </a:r>
          </a:p>
          <a:p/>
          <a:p>
            <a:r>
              <a:t>REVEAL — SAY: “The eight paired differences have a mean of 6.0 microstrain. Same-location pairing and matched controls reduce noise, but the location changes still vary.”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 · revised M10.</a:t>
            </a:r>
          </a:p>
          <a:p/>
          <a:p>
            <a:r>
              <a:t>REVEAL — SAY: “The 95% interval just excludes zero. That supports evidence of a positive mean change at this confidence level—not a complete deterioration diagnosis.”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 · revised M10.</a:t>
            </a:r>
          </a:p>
          <a:p/>
          <a:p>
            <a:r>
              <a:t>REVEAL — SAY: “The 99% interval includes zero because the higher confidence demand widens the interval. The two intervals do not contradict each other.”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 · revised M10.</a:t>
            </a:r>
          </a:p>
          <a:p/>
          <a:p>
            <a:r>
              <a:t>REVEAL — SAY: “The honest synthesis is probably a small real change, with the confidence level stated. Borderline evidence is not no evidence, and it is not a slam-dunk.”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 · revised M10.</a:t>
            </a:r>
          </a:p>
          <a:p/>
          <a:p>
            <a:r>
              <a:t>REVEAL — SAY: “FOREMAN treats p = 0.04 as a 96% chance the claim is true and treats significant as confirmed and large. Both moves are wrong. You learned the opposite during Teach.”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 · revised M10.</a:t>
            </a:r>
          </a:p>
          <a:p/>
          <a:p>
            <a:r>
              <a:t>REVEAL — SAY: “Tell Diane Halvorsen, PE: the matched locations show a small positive mean change; the 95% interval excludes zero, the 99% interval includes it, and these data alone do not confirm a damage mechanism.”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Cloud hard-review PASS · revised M10.</a:t>
            </a:r>
          </a:p>
          <a:p/>
          <a:p>
            <a:r>
              <a:t>CLOSE — SAY: “HW5 is the interval on mean daily peak strain. HW3 callback: skipped duplicate-timestamp cleaning makes the apparent sample too large and the interval too narrow. Wes Tanaka, EIT’s quiet check remains continuity, not a co-solve. Eyes are coming to the Otter Bend record; no score or publish decision is named here.”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10  ·  INSTRUCTOR REVEAL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Probably a small real change.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Open only after students commit the paired interval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M10 · Unit 2: Doubt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coupon interval establishes the method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35608"/>
            <a:ext cx="10853928" cy="26517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5506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SIX COUPONS · 95% CONFIDENCE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93976"/>
            <a:ext cx="1030528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Mean = 49.50 ksi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SE = 0.50 ksi · t* = 2.571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95% CI = [48.22, 50.78] ksi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Same-location changes reveal a small positive mean</a:t>
            </a:r>
          </a:p>
        </p:txBody>
      </p:sp>
      <p:pic>
        <p:nvPicPr>
          <p:cNvPr id="4" name="Picture 3" descr="M10-paired-chan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44168"/>
            <a:ext cx="6629400" cy="37882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572768"/>
            <a:ext cx="3840480" cy="26517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92224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PAIRED ESTIMATE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231136"/>
            <a:ext cx="3291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n = 8 locations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Mean = 6.00 µε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SD = 6.82 µε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SE = 2.41 µε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At 95%, zero sits just outside the interval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5349240" cy="306324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9222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95% INTERVAL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4800600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000" b="0" i="0">
                <a:solidFill>
                  <a:srgbClr val="2B2F36"/>
                </a:solidFill>
                <a:latin typeface="Arial"/>
              </a:rPr>
              <a:t>t* = 2.365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000" b="0" i="0">
                <a:solidFill>
                  <a:srgbClr val="2B2F36"/>
                </a:solidFill>
                <a:latin typeface="Arial"/>
              </a:rPr>
              <a:t>[0.29, 11.71] µε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000" b="0" i="0">
                <a:solidFill>
                  <a:srgbClr val="2B2F36"/>
                </a:solidFill>
                <a:latin typeface="Arial"/>
              </a:rPr>
              <a:t>Zero excluded—barely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572768"/>
            <a:ext cx="5367528" cy="30632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79222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SUPPORTED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231136"/>
            <a:ext cx="4818888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Evidence of a positive mean change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Magnitude remains small and uncertain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Not a complete damage diagnosis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At 99%, the wider interval includes zero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5349240" cy="306324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9222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99% INTERVAL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4800600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000" b="0" i="0">
                <a:solidFill>
                  <a:srgbClr val="2B2F36"/>
                </a:solidFill>
                <a:latin typeface="Arial"/>
              </a:rPr>
              <a:t>t* = 3.499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000" b="0" i="0">
                <a:solidFill>
                  <a:srgbClr val="2B2F36"/>
                </a:solidFill>
                <a:latin typeface="Arial"/>
              </a:rPr>
              <a:t>[-2.44, 14.44] µε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000" b="0" i="0">
                <a:solidFill>
                  <a:srgbClr val="2B2F36"/>
                </a:solidFill>
                <a:latin typeface="Arial"/>
              </a:rPr>
              <a:t>Zero remains plausible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572768"/>
            <a:ext cx="5367528" cy="306324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79222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231136"/>
            <a:ext cx="4818888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Same estimate and data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Higher confidence demand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Wider uncertainty band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Barlow Condensed"/>
              </a:rPr>
              <a:t>The signal survives a 95% interval.
The certainty does not survive 99%.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Probably a small real change is stronger than either “noise” or “confirmed.”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FOREMAN turned significance into certainty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3832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VALID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paired estimate is +6.0 µε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95% interval excludes zero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Matched controls reduce some process noise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38328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INVALID LEAP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p = 0.04 means 96% probability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Significant means confirmed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Positive strain change proves deck deterioration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 bounded answer keeps the uncertainty visible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10853928" cy="242316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MODEL RESPONSE · NOT REQUIRED WORDING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10305288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eight matched locations show a mean increase of 6.0 microstrain.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95% interval is [0.29, 11.71] microstrain; the 99% interval is [-2.44, 14.44]. This is probably a small real change, not confirmed deterioration.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Close M10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HW5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Audit duplicate timestamps before calculating the peak-strain interval.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NOTE 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Include the estimate and interval in claim/check/result.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DIANE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Her demand for yes/no is schedule pressure—not the grading key.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SPOILER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Keep all Exam 1 scenario details out of this meeting.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2027-03-04T12:00:00Z</dcterms:created>
  <dcterms:modified xsi:type="dcterms:W3CDTF">2027-03-04T12:00:00Z</dcterms:modified>
  <cp:category/>
</cp:coreProperties>
</file>