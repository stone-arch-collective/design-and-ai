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REVEAL — Open only after students commit H13-01. SAY: “FOREMAN’s designed error is silent ingestion. It never stops to ask.”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REVEAL — SAY: “A complete run is not an honest run. The status only says that the configured steps executed.”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REVEAL — SAY: “Twelve sensor records entered, ten weather records existed, and ten model records emerged. The inner join removed unmatched source records without an exception record.”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REVEAL — SAY: “The source field mixes feet and millimetres. FOREMAN extracts the numeric token and applies a default-foot schema to every row.”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REVEAL — SAY: “For OB-103, FOREMAN treats 130 mm as 130.000 feet. The unit-aware path converts it to 0.4265 feet. The difference grows in the adjustment and reaches the downstream model input.”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REVEAL — SAY: “Wes’s thin handoff and FOREMAN’s silent ingestion share one failure mode: undocumented assumptions continue downstream. Keep the M07 memo/bearing-wear item as liability color only.”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NOTE — SAY: “A complete audit is not required. An honest trace plus an unchecked-column log is required. Grade the record, not agreement with Diane’s schedule pressure.”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M13 CANON SAY — Cloud hard-review PASS.</a:t>
            </a:r>
          </a:p>
          <a:p/>
          <a:p>
            <a:r>
              <a:t>CLOSE — SAY: “After this reveal, run the separate Unit 2 debrief. Do not preview the M14 exam scenario. Close on ownership: handoff, ship pressure, and review record.”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13  ·  INSTRUCTOR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Silent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Open only after students commit one end-to-end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M13 · Unit 2: Doubt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FOREMAN never stopped to 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A COMPLETE run can preserve every hidden assumption.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row count changes without an exception record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27048"/>
            <a:ext cx="5349240" cy="29718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4650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85415"/>
            <a:ext cx="480060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100" b="0" i="0">
                <a:solidFill>
                  <a:srgbClr val="2B2F36"/>
                </a:solidFill>
                <a:latin typeface="Arial"/>
              </a:rPr>
              <a:t>12 sensor records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100" b="0" i="0">
                <a:solidFill>
                  <a:srgbClr val="2B2F36"/>
                </a:solidFill>
                <a:latin typeface="Arial"/>
              </a:rPr>
              <a:t>10 weather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527048"/>
            <a:ext cx="5367528" cy="29718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74650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EMITTED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185415"/>
            <a:ext cx="4818888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10 joined model records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Status: COMPLETE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No operator question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One field carries more than one unit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27048"/>
            <a:ext cx="5349240" cy="29718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4650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SOURCE COLUMN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85415"/>
            <a:ext cx="480060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lateral_offset includes feet and millimetres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Worked record: OB-103 = 130 mm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527048"/>
            <a:ext cx="5367528" cy="29718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74650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INGESTION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185415"/>
            <a:ext cx="4818888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Numeric token extracted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Every value assigned schema_unit = ft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No unit exception generated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Worked trace · OB-103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38328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FOREMAN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Offset = 130.000 ft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Alignment adjustment = 1040.00 µε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Model input = 1163.42 µε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UNIT-AWARE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Offset = 0.4265 ft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Alignment adjustment = 3.41 µε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Model input = 126.83 µε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human and machine failures rhyme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WES’S HANDOFF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Late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Two promised sheets absent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Assumptions undocumented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38328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FOREMAN’S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Defaults replace questions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Rows disappear quietly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Run status says COMPLETE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 bounded review record is the deliverable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44168"/>
            <a:ext cx="10853928" cy="292608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6362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MODEL NOTE v2 · NOT REQUIRED WORDING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02536"/>
            <a:ext cx="1030528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I traced OB-103 through source, parse, join, adjustments, and output.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The path should stop at ingestion because source records disappear without an exception record and a mixed-unit value is processed under one default unit.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I did not review every field; the unchecked fields are logged separately.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Close Unit 2 without erasing the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Silent ingestion: FOREMAN never stops to 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DEBRIEF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Run the full 15-minute mask-off beat after Note.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M07 liability color stays in the inbox; Wes does not co-solve.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SPOILER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30682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Do not introduce any M14 overweight-permit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2027-03-16T12:00:00Z</dcterms:created>
  <dcterms:modified xsi:type="dcterms:W3CDTF">2027-03-16T12:00:00Z</dcterms:modified>
  <cp:category/>
</cp:coreProperties>
</file>