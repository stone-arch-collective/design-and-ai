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TITLE — SAY: “Wes’s handoff is late and incomplete. Today you will trace what happens when a pipeline keeps moving without asking.”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INBOX 10 — Wes Tanaka, EIT: “Handoff is late. Two of four sheets. I’ll finish assumptions later—Diane needs the pipeline tonight.” Diane Halvorsen, PE, BELIEVER: “Run it. Otter Bend cannot wait on a perfect notebook.” Attach wes_handoff.xlsx and the orange FOREMAN pipeline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INBOX COLOR — SAY: “A mechanical inspector note is on Diane’s desk: bearing wear FOREMAN rated fine at M07, with Wes’s earlier accept-memo attached. That is liability context for Wes—not today’s hunt. Do not turn this into a memo-return exercise.”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CLOCK — SAY: “Pack clock: Inbox 10, Teach 25, Lab 30, Note 10, Unit 2 debrief 15, Closing 5. Keep the debrief as its own beat after Lab and Note.”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TEACH TRANSITION — SAY: “The downstream consumer is the simple temperature-correction model you already know. We are not re-teaching M08. We are checking what reaches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TEACH — SAY: “A pipeline is a sequence of decisions: ingest, clean or join, transform, and deliver. Each stage needs a visible record of what changed.”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TEACH — SAY: “Ingestion is where a file becomes a schema. Defaults are decisions. A successful parse is not proof that the source meant what the schema assumed.”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TEACH — SAY: “Cleaning includes keeping, changing, and removing data. Removing a record without a flag is still a decision.”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TEACH — SAY: “An early mismatch can become a clean-looking downstream field. The consumer sees the transformed number, not the missing context.”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LAB TRANSITION — SAY: “Do not audit everything badly. Choose one source record and audit its path honestly.”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LAB 30 — SAY: “Open the workbook, FOREMAN log, and pipeline output. Pick one value. Trace it from source through ingestion, cleaning, adjustment, and output.”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LAB — SAY: “At each step ask: did the path stay honest about flags, units, and formats, or did it keep going quietly? Would a careful engineer have stopped to ask?”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LAB — SAY: “Recompute your chosen path from the source representation. Show where the difference first appears and how it changes downstream. Commit before Reveal.”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NOTE 10 — SAY: “Write Note version 2: what you traced, what broke in your own words, and a short log of columns left unchecked. Silent ingestion is still a choice—the machine just never asks.”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DEBRIEF 15 — MASK OFF. SAY: “Compare what you chose to verify and why. Unit 2 has moved from model claims to human review, charts, and pipelines. Diane is not the grading key.” Do not preview M14.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DEBRIEF — ASK: “Where did a confident output hide a choice about evidence? What should a human checkpoint make visible before work continues?”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CLOSING 5 — SAY: “The pipeline can run tonight and still be wrong if nobody stops it at ingestion. Wes Tanaka, EIT owns the messy handoff; Diane Halvorsen, PE owns the pressure to ship; you own the record of what you checked and what you did not.”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13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Wes’s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Trace what a late, undocumented pipeline does quietly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March 16,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Inbox  ·  two days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Two of four sheets · assumptions to follow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65376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848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WES TANAKA, 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23744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Handoff is late. Two of four sheets.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I’ll finish assumptions later—Diane needs the pipeline tonight.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865376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08483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 · BELIEVER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523744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Run it.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Otter Bend cannot wait on a perfect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side file is not today’s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Liability context stays in the inbox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31546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1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ON DIANE’S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60904"/>
            <a:ext cx="1030528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Mechanical inspector note: bearing wear that FOREMAN rated fine at M07.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Wes’s earlier accept-memo is attached.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 not analyze that memo today. Trace the handoff in front of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Today’s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A deliberate extended Unit 2 close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1965960" cy="32918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417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INBOX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41731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Late handoff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Ship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956816"/>
            <a:ext cx="1965960" cy="32918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2176272"/>
            <a:ext cx="1417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TEACH ·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615184"/>
            <a:ext cx="141731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Pipeline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1956816"/>
            <a:ext cx="1965960" cy="32918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2176272"/>
            <a:ext cx="1417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LAB ·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2615184"/>
            <a:ext cx="141731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Trace one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56816"/>
            <a:ext cx="1965960" cy="32918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176272"/>
            <a:ext cx="1417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NOTE ·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15184"/>
            <a:ext cx="141731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Note v2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Unchecked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956816"/>
            <a:ext cx="2587752" cy="32918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217627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DEBRIEF 15 · CLOSE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615184"/>
            <a:ext cx="20391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i="0">
                <a:solidFill>
                  <a:srgbClr val="2B2F36"/>
                </a:solidFill>
                <a:latin typeface="Arial"/>
              </a:rPr>
              <a:t>Mask off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i="0">
                <a:solidFill>
                  <a:srgbClr val="2B2F36"/>
                </a:solidFill>
                <a:latin typeface="Arial"/>
              </a:rPr>
              <a:t>Then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What enters a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A completed run can still hide undocumented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pipeline is a chain of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Read files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Apply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CLEAN /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Retain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Change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Remove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Calculate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Map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389888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09344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48256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Model input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Decision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Ingestion is where assumptions become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VISIBLE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Source and row count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Schema and units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Parse failures and 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QUIET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Defaults substitute for questions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Rows change count without a reason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completed status hides the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Cleaning is not neutral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qualifies?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remains uncertain?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formula?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input and output units?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REMOVE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Which records?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Where is the exception record?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An early error compounds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EARLY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field is parsed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default is applied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row enters or leaves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transformed field looks official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consumer receives no original context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final claim inherits the first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Trace one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Do not audit everything badly; audit one path honestly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Open the handoff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wes_handoff.xlsx and count the delivered 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Inventory fields, units, formats, row counts, and missing timestamps.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FOREMAN’s pipeline log and output CSV.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 not begin with the final number—choose one source record.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Wes Tanaka, EIT does not co-solve. Use the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Trace one record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20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Copy its source value and timestamp into H13-01.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Follow parse, join, adjustment, and model-input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Reconcile record counts at every stage.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each point where the system asks, flags, defaults, or stays quiet.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Keep the reveal closed. The files—not this slide—contain the hunt.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Show how the difference grows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Recompute your chosen path using the source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that path with the emitted model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Name the earliest stage where a human checkpoint belongs.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Commit your trace before discussion.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downstream consumer is familiar from M08; do not re-teach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Claim · check · result · unchecked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does FOREMAN’s completed run imply?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Which record and stages did you trace?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956816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17627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615184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broke, in your own words?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956816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76272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UNCHECKED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15184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List columns you did not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Unit 2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Mask off · compare choices, not character approval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What changed across Unit 2?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evidence sits behind confidence?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Where must a human checkpoint stop the path?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389888"/>
            <a:ext cx="251460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60934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048256"/>
            <a:ext cx="1965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does a public display make look certain?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389888"/>
            <a:ext cx="2734056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09344"/>
            <a:ext cx="21854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48256"/>
            <a:ext cx="218541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What became invisible between source and output?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The run status is not the engineering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H13-01 trace and H13-03 Note v2 with unchecked-column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What you checked, what you did not, and where the path should stop.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Wes owns the handoff; Diane owns ship pressure; you own your review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 pipeline can run tonight and still be wrong at ingestion.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2027-03-16T12:00:00Z</dcterms:created>
  <dcterms:modified xsi:type="dcterms:W3CDTF">2027-03-16T12:00:00Z</dcterms:modified>
  <cp:category/>
</cp:coreProperties>
</file>