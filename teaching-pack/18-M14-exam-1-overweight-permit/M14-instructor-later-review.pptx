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LATER REVIEW ONLY — Do not open on exam day. Use only in a separately scheduled review after exam materials are secured and release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REVIEW — SAY: “FOREMAN checked a number. Your exam record checked the source, spread, interval, visual, and scope.” Do not frame this as one correct decision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SOURCE CHECK — Invite valid source checks before showing the ratio. The permit request gives 104 kip and the test record gives 80 kip; 104 / 80 = 1.30.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SPREAD — Preserve supported rounding and units. Mean alone is not enough; the record needs spread and the one-gauge / one-condition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INTERVAL — Walk the supplied t interval and ratio. State that direct load scaling is an exam simplification, not a real bridge rating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CHART — Accept any consequential flaw grounded in the supplied chart. Do not require one phrase when the student explains why the flaw matters to a county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DECISION — Do not crown one branch. YES WITH CONDITIONS and NO / HOLD are both defensible when the record is honest; unconditioned YES is usually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CANON SAY — Cloud PASS.</a:t>
            </a:r>
          </a:p>
          <a:p>
            <a:r>
              <a:t>Clock resolution: setup before the timed block; 75 silent-writing minutes; collect after time. This follows the course and simulation plan and gives 5 more silent minutes than the PASS file's soft 'Exam block 70' label.</a:t>
            </a:r>
          </a:p>
          <a:p/>
          <a:p>
            <a:r>
              <a:t>CLOSE — Score the reasoning and record. No M13 answers as free points, no Unit 3 content, and no later Otter Bend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EXAM 1  ·  LATER REVIEW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record changes the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Never open on exam day · use only after release is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M14 · Instructor review · Unit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FOREMAN checked a number.
You checked the basis.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Source · spread · interval · visual ·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Source check · the ratio is 1.30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states 25% and calculates with 1.25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93976"/>
            <a:ext cx="5349240" cy="29718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31343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SOURCE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52344"/>
            <a:ext cx="480060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Requested load = 104 kip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Test load = 80 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2093976"/>
            <a:ext cx="5367528" cy="29718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31343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752344"/>
            <a:ext cx="4818888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104 / 80 = 1.30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Requested load is 30% above the test load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Test data · center needs spread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Mean = 173.6 µε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389888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SPREAD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2048256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Sample SD = 11.6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Range = 34.0 µε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389888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048256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8 repeated passes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One control gauge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One test condition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Scaled interval · close to the trigger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TEST-LOAD 95% 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163.9 to 183.3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Mean = 173.6 µε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PERMIT-LOAD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Ratio = 1.30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Scaled interval = 213.1 to 238.3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Instructional trigger = 240 µε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chart hides what the decision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VISUAL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Axis starts at 200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Small margin looks decisive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MISSING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Only the average appears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 interval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 one-gauge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More than one call can be defensible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YES WITH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Upper bound remains just below the classroom trigger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Retain speed, lane, one-crossing, review / monitoring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NO /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Linear scaling is assumed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Margin is narrow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One gauge does not establish bridge-wide capacity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Unit 2 closes on a documented judgment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Reasoning, traceability, uncertainty, assumptions, and 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DO NOT 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Agreement with FOREMAN, Diane, or one preferred final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No later-unit methods, callbacks, or Otter Bend outcomes in this reveal.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CANON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Cloud-PASS SAY is folded; this deck is reserved for a separate later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2027-03-18T12:00:00Z</dcterms:created>
  <dcterms:modified xsi:type="dcterms:W3CDTF">2027-03-18T12:00:00Z</dcterms:modified>
  <cp:category/>
</cp:coreProperties>
</file>