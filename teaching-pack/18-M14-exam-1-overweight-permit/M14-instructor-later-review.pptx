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M14 CANON SAY — Cloud PASS.</a:t>
            </a:r>
          </a:p>
          <a:p>
            <a:r>
              <a:t>Clock lock: 75 writing minutes per the syllabus. Setup and collection are proctor overhead and are not subtracted from student writing time.</a:t>
            </a:r>
          </a:p>
          <a:p/>
          <a:p>
            <a:r>
              <a:t>LATER REVIEW ONLY — Do not open on exam day. Use only in a separately scheduled review after exam materials are secured and release is approved.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M14 CANON SAY — Cloud PASS.</a:t>
            </a:r>
          </a:p>
          <a:p>
            <a:r>
              <a:t>Clock lock: 75 writing minutes per the syllabus. Setup and collection are proctor overhead and are not subtracted from student writing time.</a:t>
            </a:r>
          </a:p>
          <a:p/>
          <a:p>
            <a:r>
              <a:t>REVIEW — SAY: “FOREMAN checked a number. Your exam record checked the source, spread, interval, visual, and scope.” Do not frame this as one correct decision reveal.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M14 CANON SAY — Cloud PASS.</a:t>
            </a:r>
          </a:p>
          <a:p>
            <a:r>
              <a:t>Clock lock: 75 writing minutes per the syllabus. Setup and collection are proctor overhead and are not subtracted from student writing time.</a:t>
            </a:r>
          </a:p>
          <a:p/>
          <a:p>
            <a:r>
              <a:t>SOURCE CHECK — Invite valid source checks before showing the ratio. The permit request gives 104 kip and the test record gives 80 kip; 104 / 80 = 1.30.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M14 CANON SAY — Cloud PASS.</a:t>
            </a:r>
          </a:p>
          <a:p>
            <a:r>
              <a:t>Clock lock: 75 writing minutes per the syllabus. Setup and collection are proctor overhead and are not subtracted from student writing time.</a:t>
            </a:r>
          </a:p>
          <a:p/>
          <a:p>
            <a:r>
              <a:t>SPREAD — Preserve supported rounding and units. Mean alone is not enough; the record needs spread and the one-gauge / one-condition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M14 CANON SAY — Cloud PASS.</a:t>
            </a:r>
          </a:p>
          <a:p>
            <a:r>
              <a:t>Clock lock: 75 writing minutes per the syllabus. Setup and collection are proctor overhead and are not subtracted from student writing time.</a:t>
            </a:r>
          </a:p>
          <a:p/>
          <a:p>
            <a:r>
              <a:t>INTERVAL — Walk the supplied t interval and ratio. State that direct load scaling is an exam simplification, not a real bridge rating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M14 CANON SAY — Cloud PASS.</a:t>
            </a:r>
          </a:p>
          <a:p>
            <a:r>
              <a:t>Clock lock: 75 writing minutes per the syllabus. Setup and collection are proctor overhead and are not subtracted from student writing time.</a:t>
            </a:r>
          </a:p>
          <a:p/>
          <a:p>
            <a:r>
              <a:t>CHART — Accept any consequential flaw grounded in the supplied chart. Do not require one phrase when the student explains why the flaw matters to a county reader.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M14 CANON SAY — Cloud PASS.</a:t>
            </a:r>
          </a:p>
          <a:p>
            <a:r>
              <a:t>Clock lock: 75 writing minutes per the syllabus. Setup and collection are proctor overhead and are not subtracted from student writing time.</a:t>
            </a:r>
          </a:p>
          <a:p/>
          <a:p>
            <a:r>
              <a:t>DECISION — Do not crown one branch. YES WITH CONDITIONS and NO / HOLD are both defensible when the record is honest; unconditioned YES is usually weak.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M14 CANON SAY — Cloud PASS.</a:t>
            </a:r>
          </a:p>
          <a:p>
            <a:r>
              <a:t>Clock lock: 75 writing minutes per the syllabus. Setup and collection are proctor overhead and are not subtracted from student writing time.</a:t>
            </a:r>
          </a:p>
          <a:p/>
          <a:p>
            <a:r>
              <a:t>CLOSE — Score the reasoning and record. No M13 answers as free points, no Unit 3 content, and no later Otter Bend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cmejob-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96012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2606040"/>
            <a:ext cx="7863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26B1D"/>
                </a:solidFill>
                <a:latin typeface="Barlow Condensed"/>
              </a:rPr>
              <a:t>EXAM 1  ·  LATER REVIEW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600"/>
              </a:spcAft>
            </a:pPr>
            <a:r>
              <a:rPr sz="5800" b="1" i="0">
                <a:solidFill>
                  <a:srgbClr val="FFFFFF"/>
                </a:solidFill>
                <a:latin typeface="Barlow Condensed"/>
              </a:rPr>
              <a:t>The record changes the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i="0">
                <a:solidFill>
                  <a:srgbClr val="6F8FAF"/>
                </a:solidFill>
                <a:latin typeface="Arial"/>
              </a:rPr>
              <a:t>Never open on exam day · use only after release is approved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Barlow Condensed"/>
              </a:rPr>
              <a:t>M14 · Instructor review · Unit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14984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Barlow Condensed"/>
              </a:rPr>
              <a:t>FOREMAN checked a number.
You checked the basis.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80060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1">
                <a:solidFill>
                  <a:srgbClr val="6F8FAF"/>
                </a:solidFill>
                <a:latin typeface="Arial"/>
              </a:rPr>
              <a:t>Source · spread · interval · visual ·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Source check · the ratio is 1.30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FOREMAN states 25% and calculates with 1.25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93976"/>
            <a:ext cx="5349240" cy="29718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313432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SOURCE 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752344"/>
            <a:ext cx="480060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000" b="0" i="0">
                <a:solidFill>
                  <a:srgbClr val="2B2F36"/>
                </a:solidFill>
                <a:latin typeface="Arial"/>
              </a:rPr>
              <a:t>Requested load = 104 kip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000" b="0" i="0">
                <a:solidFill>
                  <a:srgbClr val="2B2F36"/>
                </a:solidFill>
                <a:latin typeface="Arial"/>
              </a:rPr>
              <a:t>Test load = 80 kip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2093976"/>
            <a:ext cx="5367528" cy="297180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2313432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752344"/>
            <a:ext cx="4818888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>104 / 80 = 1.30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>Requested load is 30% above the test load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Test data · center needs spread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3429000" cy="34290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288036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000" b="0" i="0">
                <a:solidFill>
                  <a:srgbClr val="2B2F36"/>
                </a:solidFill>
                <a:latin typeface="Arial"/>
              </a:rPr>
              <a:t>Mean = 173.6 µε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389888"/>
            <a:ext cx="3429000" cy="342900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4296" y="1609344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SPREAD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4296" y="2048256"/>
            <a:ext cx="288036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Sample SD = 11.6 µε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Range = 34.0 µε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3" y="1389888"/>
            <a:ext cx="3429000" cy="342900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75904" y="1609344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5904" y="2048256"/>
            <a:ext cx="288036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8 repeated passes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One control gauge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One test condition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Scaled interval · close to the trigger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49240" cy="33832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TEST-LOAD 95% INTERVAL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006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000" b="0" i="0">
                <a:solidFill>
                  <a:srgbClr val="2B2F36"/>
                </a:solidFill>
                <a:latin typeface="Arial"/>
              </a:rPr>
              <a:t>163.9 to 183.3 µε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000" b="0" i="0">
                <a:solidFill>
                  <a:srgbClr val="2B2F36"/>
                </a:solidFill>
                <a:latin typeface="Arial"/>
              </a:rPr>
              <a:t>Mean = 173.6 µε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38328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PERMIT-LOAD SCREEN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Ratio = 1.30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Scaled interval = 213.1 to 238.3 µε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Instructional trigger = 240 µε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The chart hides what the decision needs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49240" cy="338328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VISUAL FRAMING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006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Axis starts at 200 µε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Small margin looks decisive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3832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MISSING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Only the average appears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No interval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No one-gauge scope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More than one call can be defensible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49240" cy="33832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YES WITH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006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Upper bound remains just below the classroom trigger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Retain speed, lane, one-crossing, review / monitoring conditions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38328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NO / HOLD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Linear scaling is assumed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Margin is narrow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One gauge does not establish bridge-wide capacity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Barlow Condensed"/>
              </a:rPr>
              <a:t>Unit 2 closes on a documented judgment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GRADE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70078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Reasoning, traceability, uncertainty, assumptions, and scope.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3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DO NOT GRADE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569463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Agreement with FOREMAN, Diane, or one preferred final outcome.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BOUNDARY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43814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No later-unit methods, callbacks, or Otter Bend outcomes in this reveal.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434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CANON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430682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Cloud-PASS SAY is folded; this deck is reserved for a separate later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2027-03-18T12:00:00Z</dcterms:created>
  <dcterms:modified xsi:type="dcterms:W3CDTF">2027-03-18T12:00:00Z</dcterms:modified>
  <cp:category/>
</cp:coreProperties>
</file>