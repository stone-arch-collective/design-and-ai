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M14 SAY HOLD — PLACEHOLDER ONLY — NOT CLOUD-PASS.</a:t>
            </a:r>
          </a:p>
          <a:p>
            <a:r>
              <a:t>Do not deliver this text as canon. Replace only from the attached Cloud-PASS file in a follow-up.</a:t>
            </a:r>
          </a:p>
          <a:p/>
          <a:p>
            <a:r>
              <a:t>RUN-OF-DAY HOOK: [OPENING / identity check placeholder. State the common-file and 75-minute conditions without adding story detail.]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M14 SAY HOLD — PLACEHOLDER ONLY — NOT CLOUD-PASS.</a:t>
            </a:r>
          </a:p>
          <a:p>
            <a:r>
              <a:t>Do not deliver this text as canon. Replace only from the attached Cloud-PASS file in a follow-up.</a:t>
            </a:r>
          </a:p>
          <a:p/>
          <a:p>
            <a:r>
              <a:t>RUN-OF-DAY HOOK: [MATERIALS / integrity placeholder. Confirm allowed files and how students submit work.]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M14 SAY HOLD — PLACEHOLDER ONLY — NOT CLOUD-PASS.</a:t>
            </a:r>
          </a:p>
          <a:p>
            <a:r>
              <a:t>Do not deliver this text as canon. Replace only from the attached Cloud-PASS file in a follow-up.</a:t>
            </a:r>
          </a:p>
          <a:p/>
          <a:p>
            <a:r>
              <a:t>RUN-OF-DAY HOOK: [SCENARIO boundary placeholder. Name Diane Halvorsen, PE as unreachable only if the Cloud-PASS file does so.]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M14 SAY HOLD — PLACEHOLDER ONLY — NOT CLOUD-PASS.</a:t>
            </a:r>
          </a:p>
          <a:p>
            <a:r>
              <a:t>Do not deliver this text as canon. Replace only from the attached Cloud-PASS file in a follow-up.</a:t>
            </a:r>
          </a:p>
          <a:p/>
          <a:p>
            <a:r>
              <a:t>RUN-OF-DAY HOOK: [TIME checks placeholder. Insert locally approved time announcements; do not coach task content.]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M14 SAY HOLD — PLACEHOLDER ONLY — NOT CLOUD-PASS.</a:t>
            </a:r>
          </a:p>
          <a:p>
            <a:r>
              <a:t>Do not deliver this text as canon. Replace only from the attached Cloud-PASS file in a follow-up.</a:t>
            </a:r>
          </a:p>
          <a:p/>
          <a:p>
            <a:r>
              <a:t>RUN-OF-DAY HOOK: [COLLECTION placeholder. State stop-work, file naming, and collection procedure.]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14  ·  EXAM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The permit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One clean file · one documented recommendation · 75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Thursday, March 18,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Exam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Same evidence and same clock for every student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342900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28803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Clean evidence workbook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FOREMAN recommendation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Exam booklet + reference sheet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956816"/>
            <a:ext cx="3429000" cy="34290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SHOW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615184"/>
            <a:ext cx="28803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Source locations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Calculations + units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Interval + assumption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956816"/>
            <a:ext cx="3429000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DECIDE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2615184"/>
            <a:ext cx="28803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Yes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Yes with conditions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decision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Internal screening—not a legal permit or capacity rating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65376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084832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KINNICK COUNTY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23744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One 104-kip night crossing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10 mph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Center lane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865376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084832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523744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Recommendation: YES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Your job: inspect the evidence and record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Suggested clock · 75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The clock guides; the five tasks are the exam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1965960" cy="32918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14173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0–17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1417319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Inventory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Source check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24912" y="1956816"/>
            <a:ext cx="1965960" cy="32918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99232" y="2176272"/>
            <a:ext cx="14173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17–30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9232" y="2615184"/>
            <a:ext cx="1417319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Center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Spread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91456" y="1956816"/>
            <a:ext cx="1965960" cy="32918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65776" y="2176272"/>
            <a:ext cx="14173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30–50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2615184"/>
            <a:ext cx="1417319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95% interval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Load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1956816"/>
            <a:ext cx="1965960" cy="32918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2176272"/>
            <a:ext cx="14173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50–58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615184"/>
            <a:ext cx="1417319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Chart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Consequence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24544" y="1956816"/>
            <a:ext cx="2587752" cy="329184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2176272"/>
            <a:ext cx="2039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58–75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4" y="2615184"/>
            <a:ext cx="203911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Decision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Note v2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Boundary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Begin Exam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HAND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Completed EX1-01 booklet and any attached calculation pages.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KEEP VISIBLE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Source, units, spread or interval, assumption, and decision scope.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GRADING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Reasoning and record—not agreement with FOREMAN or a character.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BEGIN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Open START_HERE in M14-exam-evidence.xlsx.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2027-03-18T12:00:00Z</dcterms:created>
  <dcterms:modified xsi:type="dcterms:W3CDTF">2027-03-18T12:00:00Z</dcterms:modified>
  <cp:category/>
</cp:coreProperties>
</file>