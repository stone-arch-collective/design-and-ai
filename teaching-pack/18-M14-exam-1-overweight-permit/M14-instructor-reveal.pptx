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[POST-COLLECTION opening placeholder. Confirm all exam materials are secured before reveal.]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[REVEAL thesis placeholder. Distinguish a completed machine calculation from an engineering record.]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[SOURCE-check walkthrough placeholder. Invite multiple valid source checks before showing the 1.30 ratio.]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[DESCRIPTIVE-statistics placeholder. Preserve supported rounding and units.]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[INTERVAL walkthrough placeholder. State direct scaling as an exam simplification, not a real rating method.]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[CHART critique placeholder. Accept other consequential critiques grounded in the supplied visual.]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[DECISION comparison placeholder. Keep YES WITH CONDITIONS and NO / HOLD both gradeable.]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SAY HOLD — PLACEHOLDER ONLY — NOT CLOUD-PASS.</a:t>
            </a:r>
          </a:p>
          <a:p>
            <a:r>
              <a:t>Do not deliver this text as canon. Replace only from the attached Cloud-PASS file in a follow-up.</a:t>
            </a:r>
          </a:p>
          <a:p/>
          <a:p>
            <a:r>
              <a:t>RUN-OF-DAY HOOK: [UNIT 2 close placeholder. No later-semester spoilers. Restate that Diane is not the grading key.]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14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The record changes the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every exam is collected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M14 · Exam 1 · Unit 2 close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FOREMAN checked a number.
You checked the basis.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Source · spread · interval · visual ·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Source check · the ratio is 1.30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states 25% and calculates with 1.25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93976"/>
            <a:ext cx="5349240" cy="2971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134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SOURCE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52344"/>
            <a:ext cx="48006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Requested load = 104 kip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Test load = 80 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2093976"/>
            <a:ext cx="5367528" cy="29718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31343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752344"/>
            <a:ext cx="481888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104 / 80 = 1.30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Requested load is 30% above the test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Test data · center needs spread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Mean = 173.6 µε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Sample SD = 11.6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Range = 34.0 µε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8 repeated passes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control gauge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test condition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Scaled interval · close to the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TEST-LOAD 95%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163.9 to 183.3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Mean = 173.6 µε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PERMIT-LOAD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Ratio = 1.30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Scaled interval = 213.1 to 238.3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Instructional trigger = 240 µε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chart hides what the decision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VISUAL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Axis starts at 200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Small margin looks decisive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MISSING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Only the average appears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 interval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 one-gauge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More than one call can be defensible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YES WITH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Upper bound remains just below the classroom trigger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Retain speed, lane, one-crossing, review / monitoring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NO / 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Linear scaling is assumed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Margin is narrow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gauge does not establish bridge-wide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Unit 2 closes on a documented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Reasoning, traceability, uncertainty, assumptions, and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DO NOT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Agreement with FOREMAN, Diane, or one preferred final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No later-unit methods, callbacks, or Otter Bend outcomes in this reveal.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SAY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Speaker language remains empty until a Cloud-PASS file is attached.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2027-03-18T12:00:00Z</dcterms:created>
  <dcterms:modified xsi:type="dcterms:W3CDTF">2027-03-18T12:00:00Z</dcterms:modified>
  <cp:category/>
</cp:coreProperties>
</file>