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TITLE — SAY: “To the single cycle.” Introduce M09 as a hunt for precision that outruns its statistical basis. Do not preview a later statistical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INBOX — The simulation clock moves forward from M08. FOREMAN sends an automated Otter Bend sheave-shaft alert: 41,872,316 cycles remaining. Diane Halvorsen, PE stays in BELIEVER mode: “Just give me one number.” Wes Tanaka, EIT flags that the precision implies certainty the fatigue-test scatter does not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HUNT — The class receives the FOREMAN point estimate, the small fatigue-test dataset, and the 200-value sampling demonstrator. Trace the estimate, inspect scatter, compare random samples of eight, then audit the actual shoulder-only 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TEACH TRANSITION — Lead the approved discussion on the statistical basis for claims. Precision without accuracy or range is misleading.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TEACH — FOREMAN’s designed error is overconfidence: one exact-looking point estimate, no uncertainty bounds, and certainty that the noisy inputs cannot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TEACH — Reproduce the calculation, then separate correct arithmetic from a defensible reporting scale. The single-cycle display is the error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TEACH — The fatigue evidence supports only two or three significant figures. Significant figures preserve evidence-supported scale; they do not create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TEACH — Ask what data, sampling process, variability, and assumptions form the statistical basis for the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TEACH — SAY: “A single number can be useful only if its limits stay visible.” Diane remains BELIEVER and still wants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SAMPLING TRANSITION — Move from FOREMAN’s single estimate to repeated samples from one fixed instructional population.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TEACH — Random sampling is defined by the chance-selection process and sampling frame, not by what the analyst calls the sample afterward.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TEACH — Introduce sampling variability: each random sample of eight is one realization, so class means should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LAB A — Students inspect the small fatigue dataset, reproduce the estimate, calculate visible scatter, and mark where the single-cycle precision outruns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LAB B — Students work in pairs with assigned random samples of eight from the 200-value spreadsheet, calculate means, and put the means on the board. Repeat that this file is a demonstrator, not Otter Bend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LAB C — Students inspect the real Otter Bend core locations. Every core was drilled from the shoulder where access was easy. Diane stays BELIEVER through the hunt; Wes stays drafting and distracted.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NOTE — Students finalize Note version 2 only: claim, check, result. No new homework number is assigned.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re-check PASS.</a:t>
            </a:r>
          </a:p>
          <a:p/>
          <a:p>
            <a:r>
              <a:t>CLOSE — Collect Note version 2. Diane still wants one number. Light hook only: someone will ask whether the deck got worse since the earlier readings. Do not preview or name the next meeting’s statistical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09  ·  UNIT 2: DOUBT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To the single 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Overconfidence, false precision, random sampling, and sampling variability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Tuesday, March 2,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One planning number arrived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FOREMAN turned scattered tests into a single-cycle answer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11095"/>
            <a:ext cx="10853928" cy="17373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3055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· FINAL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9463"/>
            <a:ext cx="10305288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100" b="0" i="0">
                <a:solidFill>
                  <a:srgbClr val="2B2F36"/>
                </a:solidFill>
                <a:latin typeface="Arial"/>
              </a:rPr>
              <a:t>41,872,316 cycles remaining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100" b="0" i="0">
                <a:solidFill>
                  <a:srgbClr val="2B2F36"/>
                </a:solidFill>
                <a:latin typeface="Arial"/>
              </a:rPr>
              <a:t>Model confidence: HIGH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922776"/>
            <a:ext cx="10853928" cy="13258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14223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DECISION REQUEST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581144"/>
            <a:ext cx="10305288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concise planning value was requested. Which digits—and which claim—can the evidence support?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hunt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Trace · compare · sample ·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1  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Reproduce the arithmetic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Find every input's resolution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2  COMPARE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Measure test spread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Mark unsupported digits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71616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3  SAMPLE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Draw n = 8 at random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Compare sample means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1956816"/>
            <a:ext cx="2734056" cy="338328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2176272"/>
            <a:ext cx="21854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4 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615184"/>
            <a:ext cx="218541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Round to supported scale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Keep limitations visible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Precision is a 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Every retained digit says the evidence can resolve that place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AI overconfidence can live in the format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WHAT YOU 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One exact-looking answer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Many decimal places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Confident label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No range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WHAT YOU MUST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What sample?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What spread?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What input resolution?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What transfer assumptions?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False precision is unsupported granularity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ARITHMETIC PRECISION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Software can carry and print many digits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The subtraction can be reproducible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EVIDENCE 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Inputs have finite resolution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Tests vary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A model has assumptions and limits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Significant figures preserve supported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They are not a ritual of counting decimals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5282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1956816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Trace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the least-resolved input and the observed variability.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49224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396236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Retain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digits needed to communicate the supported magnitude.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9316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2835656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Drop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digits that imply distinctions the evidence cannot make.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37108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275076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State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uncertainty and model limitations; rounding cannot repair a weak basis.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522975"/>
            <a:ext cx="10853928" cy="118872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5742431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6181343"/>
            <a:ext cx="10305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Could a different plausible sample move the reported digit?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quantitative claim needs a statistical basis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Who or what was measured?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many?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selected?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389888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VARIABILITY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4296" y="2048256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much do results differ?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resolution and spread are visible?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3" y="1389888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75904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5904" y="2048256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was the estimate formed?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assumptions connect test to claim?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Barlow Condensed"/>
              </a:rPr>
              <a:t>A calculator can return eight significant figures.
The evidence may support two or three.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Correct arithmetic and defensible reporting are different checks.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Samples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Random selection reduces selection bias; it does not make variability disappear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Random sampling describes the selection process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RANDOM SAMPLE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Chance selects units from a defined frame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Each eligible unit has a known opportunity to enter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NOT RANDOM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Take the easiest locations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Choose only available records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Call a convenience sample random after collection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Sampling variability is expected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ONE POPULATION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The 200-row demonstrator stays fixed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Its population mean does not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MANY RANDOM SAMPLES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Each n = 8 draw contains different units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Sample means differ by chance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Audit FOREMAN's digits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fatigue_tests.csv, FOREMAN-M09, H9-01, and H9-02.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Reproduce the mean and subtraction; record the source resolution.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Compute the test minimum, maximum, and sample standard deviation.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Mark the first place where displayed precision outruns the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Do not replace one unsupported exact number with a method the class has not learned yet.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Draw and compare random samples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12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core_population_200_simulated.csv and your assigned H9-04 draw.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Retrieve the eight listed IDs and calculate the sample mean.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Post the mean; compare all 12 class draws.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Explain why random selection and identical n do not produce identical means.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The 200 rows are an instructional population, not hidden Otter Bend truth.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Audit the real core sampling frame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8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cores_2027.csv and H9-05.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Inspect drill_zone for all 24 rows; identify observed and unobserved deck regions.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Decide whether the selection was random from the whole deck.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Write the narrowest population the core results can describe.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Convenient measurements can be useful; the claim must stay inside the sampling frame.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Write Unit 2 Note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Claim · check ·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State FOREMAN's value, precision, and confidence language.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Name source resolution, spread, and sampling basis.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Give a supported reporting form and explicit limitations.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Before the gated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HAND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H9-02 precision audit, H9-05 frame audit, and H9-06 Note v2.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Project-hour choice and anything accepted unverified.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Preserve useful scale; remove digits the evidence cannot defend.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Use only today's precision, spread, and sampling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2027-03-02T12:00:00Z</dcterms:created>
  <dcterms:modified xsi:type="dcterms:W3CDTF">2027-03-02T12:00:00Z</dcterms:modified>
  <cp:category/>
</cp:coreProperties>
</file>