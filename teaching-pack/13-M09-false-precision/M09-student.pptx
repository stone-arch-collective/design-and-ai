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TITLE HOOK — Introduce M09 and the false-precision investigation. Do not preview any later statistical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INBOX HOOK — Paste only Cloud re-check PASS dialogue here. Preserve the locked beat: Diane Halvorsen, PE wants one number; FOREMAN reports 41,872,316 cycles; Diane is in BELIEVER mode. Verify the revised Wes Tanaka, EIT line before 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HUNT HOOK — Frame trace, compare, sample, and report without revealing the supported reporting form. Diane remains BELIEVER throughout the hunt.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TRANSITION HOOK — Move from the exact-looking output to the statistical basis for a quantitative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Define AI overconfidence through formatting, tone, and omitted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Separate reproducible arithmetic from evidence-supported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Treat significant figures as evidence-based reporting, not a decimal-counting ritual.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Ask for the data, variability, and method behind a quantitative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Contrast calculator output with defensible reporting scale without adding character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SAMPLING TRANSITION HOOK — Move from one estimate to what changes across repeated 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Define random sampling by selection process and sampling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TEACH HOOK — Define sampling variability before students see the class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LAB A HOOK — Students reproduce the point estimate, inspect resolution and spread, and mark unsupported digits.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LAB B HOOK — Release the 200-row demonstrator and assigned random draws. Repeat that it is not bridge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LAB C HOOK — Return to the actual shoulder-only cores and audit the convenience sampling frame. Diane stays BELIEVER.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NOTE HOOK — Students commit claim/check/result before reveal; assign no new homework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M09 SAY STATUS: HOLD — CLOUD RE-CHECK PASS REQUIRED.</a:t>
            </a:r>
          </a:p>
          <a:p/>
          <a:p>
            <a:r>
              <a:t>PLACEHOLDER ONLY. Do not treat as canon dialogue.</a:t>
            </a:r>
          </a:p>
          <a:p/>
          <a:p>
            <a:r>
              <a:t>CLOSE HOOK — Insert only the Cloud re-check PASS close. Do not preview or name the next meeting's statistical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09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To the single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Overconfidence, false precision, random sampling, and sampling variability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March 2,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One planning number arrived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turned scattered tests into a single-cycle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7373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· FINAL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41,872,316 cycles remaining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100" b="0" i="0">
                <a:solidFill>
                  <a:srgbClr val="2B2F36"/>
                </a:solidFill>
                <a:latin typeface="Arial"/>
              </a:rPr>
              <a:t>Model confidence: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22776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14223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DECISION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581144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 concise planning value was requested. Which digits—and which claim—can the evidence support?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Trace · compare · sample ·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Reproduce the arithmetic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Find every input's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Measure test spread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Mark unsupported digits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3 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Draw n = 8 at random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Compare sample 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1956816"/>
            <a:ext cx="2734056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17627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4 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615184"/>
            <a:ext cx="218541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Round to supported scale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Keep limitations visible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Precision is a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Every retained digit says the evidence can resolve that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AI overconfidence can live in the format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YOU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One exact-looking answer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Many decimal places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Confident label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No 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YOU MUST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sample?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spread?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input resolution?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What transfer assumptions?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False precision is unsupported granularity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ARITHMETIC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Software can carry and print many digits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subtraction can be reproducible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EVIDENCE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Inputs have finite resolution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Tests vary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 model has assumptions and limits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Significant figures preserve supported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They are not a ritual of counting decimals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least-resolved input and the observed variability.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922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39623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Retain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digits needed to communicate the supported magnitude.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316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83565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Drop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digits that imply distinctions the evidence cannot make.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7108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275076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State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uncertainty and model limitations; rounding cannot repair a weak basis.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22975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42431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181343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Could a different plausible sample move the reported digit?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quantitative claim needs a statistical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Who or what was measured?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many?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selected?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VARIABILITY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much do results differ?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resolution and spread are visible?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389888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4" y="1609344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048256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How was the estimate formed?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What assumptions connect test to claim?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Barlow Condensed"/>
              </a:rPr>
              <a:t>A calculator can return eight significant figures.
The evidence may support two or three.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Correct arithmetic and defensible reporting are different checks.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Samples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Random selection reduces selection bias; it does not make variability disappear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Random sampling describes the selection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RANDOM 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Chance selects units from a defined frame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Each eligible unit has a known opportunity to enter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NOT 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Take the easiest locations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Choose only available records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Call a convenience sample random after collection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Sampling variability is expected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ONE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200-row demonstrator stays fixed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Its population mean does not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MANY RANDOM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Each n = 8 draw contains different units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Sample means differ by chance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Audit FOREMAN's digits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fatigue_tests.csv, FOREMAN-M09, H9-01, and H9-02.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Reproduce the mean and subtraction; record the source resolution.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Compute the test minimum, maximum, and sample standard deviation.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Mark the first place where displayed precision outruns the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Do not replace one unsupported exact number with a method the class has not learned yet.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Draw and compare random samples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core_population_200_simulated.csv and your assigned H9-04 draw.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Retrieve the eight listed IDs and calculate the sample mean.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Post the mean; compare all 12 class draws.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Explain why random selection and identical n do not produce identical means.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The 200 rows are an instructional population, not hidden Otter Bend truth.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Audit the real core sampling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cores_2027.csv and H9-05.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Inspect drill_zone for all 24 rows; identify observed and unobserved deck regions.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Decide whether the selection was random from the whole deck.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the narrowest population the core results can describe.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Convenient measurements can be useful; the claim must stay inside the sampling frame.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Write Unit 2 Note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Claim · check ·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State FOREMAN's value, precision, and confidence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Name source resolution, spread, and sampling basis.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Give a supported reporting form and explicit limitations.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the gated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H9-02 precision audit, H9-05 frame audit, and H9-06 Note v2.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Project-hour choice and anything accepted unverified.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Preserve useful scale; remove digits the evidence cannot defend.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Use only today's precision, spread, and sampling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2027-03-02T12:00:00Z</dcterms:created>
  <dcterms:modified xsi:type="dcterms:W3CDTF">2027-03-02T12:00:00Z</dcterms:modified>
  <cp:category/>
</cp:coreProperties>
</file>