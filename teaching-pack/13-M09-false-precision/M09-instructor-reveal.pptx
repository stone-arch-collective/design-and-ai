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REVEAL — Open only after students commit the precision audit, sampling-frame audit, and Note version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REVEAL — Confirm that FOREMAN’s arithmetic produces 41,872,316 cycles. Its designed error is eight significant figures with no range when the fatigue scatter supports only two or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REVEAL — Show the small fatigue-test dataset and visible scatter. Do not turn the descriptive minimum and maximum into a formal interval.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REVEAL — A defensible response may keep a rounded planning estimate, but it must state the scatter, transfer limits, and need for qualified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REVEAL — Compare the class sample means. One fixed 200-value instructional population produced different n = 8 means: sampling variability.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REVEAL — Every real Otter Bend core was drilled from the shoulder for easy access. That is a convenience frame and does not establish whole-deck representation. The 200-value demonstrator is not bridge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REVEAL — Randomness belongs to selection; precision belongs to evidence. Neither can be added after collection.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NOTE — Compare claim/check/result records. The hand-in is Note version 2 only; do not require tomorrow’s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CLOSE — Diane remains in BELIEVER mode and still wants one number. Hook only the plain question of whether the deck got worse; do not name confidence intervals, p-values, or later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09  ·  INSTRUCTOR REVEAL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The decimals came from formatting.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Open only after students commit the precision and sampling audits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M09 · Unit 2: Doubt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arithmetic is reproducible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Mean tested life: 44,872,500 cycles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Accumulated estimate: 3,000,184 cycles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Difference: 41,872,316 cycles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DISPLAY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41,872,316 cycles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Eight significant figures imply single-cycle resolution the evidence does not have.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tests do not support single-cycle resolution</a:t>
            </a:r>
          </a:p>
        </p:txBody>
      </p:sp>
      <p:pic>
        <p:nvPicPr>
          <p:cNvPr id="4" name="Picture 3" descr="M09-fatigue-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44168"/>
            <a:ext cx="6629400" cy="378822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80960" y="1527048"/>
            <a:ext cx="3840480" cy="292608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46504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EVIDENCE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185415"/>
            <a:ext cx="3291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n = 12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SD ≈ 6.3 million cycles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Range: 35.78–56.00 million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Recorded to 10,000 cycles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 supported report is rounded—and bounded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10853928" cy="246888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MODEL RESPONSE · NOT REQUIRED WORDING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1030528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About 42 million cycles is the screening point estimate.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The tests show substantial scatter, and the estimate does not quantify component transfer, service loading, environment, or inspection uncertainty.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178808"/>
            <a:ext cx="10853928" cy="123444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39826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NOT A FORMAL INTERVAL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837176"/>
            <a:ext cx="10305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M09 describes visible spread and reporting scale. Standard error and confidence intervals begin in M10.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Random samples produce different means</a:t>
            </a:r>
          </a:p>
        </p:txBody>
      </p:sp>
      <p:pic>
        <p:nvPicPr>
          <p:cNvPr id="4" name="Picture 3" descr="M09-sample-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44168"/>
            <a:ext cx="6629400" cy="378822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80960" y="1527048"/>
            <a:ext cx="3840480" cy="292608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46504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TWELVE n = 8 DRAWS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185415"/>
            <a:ext cx="3291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Smallest mean: 4,607.5 psi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Largest mean: 5,107.5 psi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One fixed population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Different chance-selected units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real cores were not random from the whole 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WHAT WAS OBSERVED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24 tested cores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West and east sides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Accessible shoulder locations only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CLAIM BOUNDARY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No lane or center cores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Selection followed access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Whole-deck representation is not established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200" b="1" i="0">
                <a:solidFill>
                  <a:srgbClr val="FFFFFF"/>
                </a:solidFill>
                <a:latin typeface="Barlow Condensed"/>
              </a:rPr>
              <a:t>Randomness is a property of selection.
Precision is a property of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Neither can be added after the data are collected.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Use a bounded Note v2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10853928" cy="278892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CLAIM · CHECK ·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10305288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CLAIM — FOREMAN reports 41,872,316 cycles remaining with high confidence.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CHECK — The 12 tests were recorded to 10,000 cycles and have an SD near 6.3 million cycles; transfer assumptions are unquantified.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RESULT — Report about 42 million cycles only as a screening point estimate, state the limitations, and obtain qualified review.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Close M09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NOTE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Claim, check, result—rounding and limitations belong in the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Keep the simulated demonstrator separate from actual Otter Bend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Record what was checked and what remains unverified.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430682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Close without teaching M10's interval or significance methods early.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2027-03-02T12:00:00Z</dcterms:created>
  <dcterms:modified xsi:type="dcterms:W3CDTF">2027-03-02T12:00:00Z</dcterms:modified>
  <cp:category/>
</cp:coreProperties>
</file>