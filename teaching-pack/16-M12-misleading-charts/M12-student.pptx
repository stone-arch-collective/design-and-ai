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TITLE — SAY: “The county reads charts, not appendices. Today you are the human review checkpoint before Otter Bend visuals leave the firm.”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INBOX — FOREMAN (orange): “Interim report chart pack assembled for Otter Bend. Ready for county. No human review requested.” Diane Halvorsen, PE (skeptic): “The county reads charts, not appendices. If the picture lies, the memo does not save you.” Wes Tanaka, EIT: “Pack is in the shared folder. I’m not redrawing these with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CLOCK — SAY: “Teach is 20, Lab is 30, Exam review is a separate 25-minute block after Lab, and Note is 5. The passed durations total 80 minutes; the instructor key flags the five-minute conflict with the 75-minute course slot.”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TEACH TRANSITION — SAY: “Before opening FOREMAN’s tiles, name the question each visual form can honestly answer.”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TEACH — SAY: “Start with the reader’s question. Trend over time, category comparison, and parts of a whole require different visual encodings.”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TEACH — SAY: “Where the axis begins changes the story readers feel. Read the scale before you read the shape.”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TEACH — SAY: “A nonzero baseline is not automatically dishonest. It does require enough context that a small movement does not masquerade as failure.”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LAB TRANSITION — SAY: “Now open the chart pack. Every tile gets a disposition, and the student deck does not tell you which ones fail.”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LAB TRANSITION — SAY: “FOREMAN looks finished. Finished is not reviewed. Open H12-01 and commit a disposition for every tile before we discuss any.”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LAB — SAY: “Tile A. Do not ask which kind of error you are looking for. Name the question, scale, baseline, and implication.”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LAB — SAY: “Tile B. Preserve time order if time is the question. Commit approve, fix, or pull.”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LAB — SAY: “Tile C. The pack is not a wipeout. Approval is a valid disposition when the visual earns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LAB — SAY: “Hunt first. Then open the three CSVs, redraw every chart you refuse, and explain how your encoding changes what an honest reader sees. Wes Tanaka, EIT does not co-solve.”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TRANSITION — SAY: “Stop the Lab. The redraw work is complete. Exam review begins now as its own block.”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REVIEW — SAY: “Units 1–2 only: spreads, confidence intervals, spurious trends, and human review of agent claims. No new scenario and no new designed error.”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REVIEW — SAY: “Use H12-05 in four-minute rounds. Give a number with spread or interval; bound a causal claim; name an independent check; locate the human review checkpoint.”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CLOUD-PASS CANON SAY · revised M12.</a:t>
            </a:r>
          </a:p>
          <a:p/>
          <a:p>
            <a:r>
              <a:t>NOTE — SAY: “Hand in HW6: the two redrawn charts, clearly labeled, plus Note v2. Assign the async code-reading primer, due before M15. The county reads charts, not appendices.”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12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The county reads charts, not appendices.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Critique FOREMAN's chart pack before it 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Thursday, March 11,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Publish-ready is not review-ready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16736"/>
            <a:ext cx="10853928" cy="16459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361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· CHART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10305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Interim report chart pack assembled for Otter Bend.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Ready for county. No human review requested.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81528"/>
            <a:ext cx="10853928" cy="13258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30098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 · SKEPTIC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9896"/>
            <a:ext cx="10305288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county reads charts, not appendices. If the picture lies, the memo does not save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Today's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review block starts after Lab—not inside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8"/>
            <a:ext cx="2514600" cy="32004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5798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TEACH ·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1965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Chart question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Type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Scale +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938528"/>
            <a:ext cx="2514600" cy="32004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5798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LAB ·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96896"/>
            <a:ext cx="1965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Hunt first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Approve / fix / pull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Redraw refusals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938528"/>
            <a:ext cx="2514600" cy="32004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5798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REVIEW ·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596896"/>
            <a:ext cx="1965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Units 1–2 only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Separate block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No new scenario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38528"/>
            <a:ext cx="2734056" cy="32004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57984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NOTE ·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596896"/>
            <a:ext cx="218541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HW6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Two redraws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Primer assigned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Match the chart to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Trend over time · category comparison · parts of a whole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Chart type is a claim about what should be compared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ORDERED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Line or ordered bars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Keep sequence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89888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048256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Bars or dots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Use a common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89888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PARTS OF ONE WHOLE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048256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Pie only when the whole matters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Few slices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Axes decide what differences feel large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READ THE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Where does the quantitative axis begin?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range is visible?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Are units and intervals explicit?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READ THE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Does the title describe—or diagnose?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Would a different baseline change the feeling?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Is context hidden outside the frame?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nonzero baseline is a demand for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10853928" cy="26974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922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BASELINE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1030528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 cropped range can help readers see small changes.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It can also make ordinary movement look like failure.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The chart must preserve scale context and avoid a conclusion the numbers do not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Open the chart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Do not assume every tile fails · do not assume polish means approval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tile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Record approve / fix / pull before discussion</a:t>
            </a:r>
          </a:p>
        </p:txBody>
      </p:sp>
      <p:pic>
        <p:nvPicPr>
          <p:cNvPr id="5" name="Picture 4" descr="M12-til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19656"/>
            <a:ext cx="9692640" cy="55386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tile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Record approve / fix / pull before discussion</a:t>
            </a:r>
          </a:p>
        </p:txBody>
      </p:sp>
      <p:pic>
        <p:nvPicPr>
          <p:cNvPr id="5" name="Picture 4" descr="M12-tile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19656"/>
            <a:ext cx="9692640" cy="55386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tile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Record approve / fix / pull before discussion</a:t>
            </a:r>
          </a:p>
        </p:txBody>
      </p:sp>
      <p:pic>
        <p:nvPicPr>
          <p:cNvPr id="5" name="Picture 4" descr="M12-tile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19656"/>
            <a:ext cx="9692640" cy="55386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Hunt first · then redraw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30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Complete H12-01 for all three tiles: approve, fix, or pull with one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Use H12-02 to test question, chart type, scale, baseline, units, and title.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the source CSVs only after your first visual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Redraw every tile you refuse as delivered using H12-03.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8620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Commit both redraws before the instructor reveal.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Wes Tanaka, EIT delivered the folder. He is not a source of answers.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Barlow Condensed"/>
              </a:rPr>
              <a:t>Lab ends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The 25-minute Exam 1 review is a separate block after the chart hunt and redraws.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Exam 1 review ·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Units 1–2 only · spread · intervals · spurious trends · human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Four review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No new scenario · no new designed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SPREAD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Mean + SD / range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Distribution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INTERVAL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Estimate + uncertainty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Confidence ≠ 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Association ≠ cause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Name a mechanism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56816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76272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15184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Source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Assumptions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Human disposition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Review in four-minute rounds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Use H12-05. Write one claim with a number and spread or interval.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Bound one causal claim as an association and name a competing mechanism.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Name one check that does not depend on an agent's confident wording.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Explain why a polished report still needs a human review checkpoint.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8620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answers and mark one move to use under time pressure.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This review does not reveal or rehearse any Exam 1 scenario.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Note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HW6: two clearly labeled redraws plus Note v2.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ASSIGNED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Async code-reading primer; due before M15.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Exam review was its own block after 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The county reads charts, not appendices.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2027-03-11T12:00:00Z</dcterms:created>
  <dcterms:modified xsi:type="dcterms:W3CDTF">2027-03-11T12:00:00Z</dcterms:modified>
  <cp:category/>
</cp:coreProperties>
</file>