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CLOUD-PASS CANON SAY · revised M12.</a:t>
            </a:r>
          </a:p>
          <a:p/>
          <a:p>
            <a:r>
              <a:t>REVEAL — SAY: “Name the designed errors only now. Tile A uses a truncated y-axis that makes ordinary variation look like failure.”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CLOUD-PASS CANON SAY · revised M12.</a:t>
            </a:r>
          </a:p>
          <a:p/>
          <a:p>
            <a:r>
              <a:t>REVEAL — SAY: “The repair restores magnitude context and removes the diagnostic title. A narrower scale could be used only with an explicit reason and honest context.”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CLOUD-PASS CANON SAY · revised M12.</a:t>
            </a:r>
          </a:p>
          <a:p/>
          <a:p>
            <a:r>
              <a:t>REVEAL — SAY: “Tile B uses a pie for hourly traffic. A pie destroys the time order the reader needs.”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CLOUD-PASS CANON SAY · revised M12.</a:t>
            </a:r>
          </a:p>
          <a:p/>
          <a:p>
            <a:r>
              <a:t>REVEAL — SAY: “The repair uses ordered bars. A line would also preserve the hourly sequence.”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CLOUD-PASS CANON SAY · revised M12.</a:t>
            </a:r>
          </a:p>
          <a:p/>
          <a:p>
            <a:r>
              <a:t>REVEAL — SAY: “Tile C is the cleaner chart. Its bars answer a category-comparison question from a common zero baseline. The hunt was never supposed to be a wipeout.”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CLOUD-PASS CANON SAY · revised M12.</a:t>
            </a:r>
          </a:p>
          <a:p/>
          <a:p>
            <a:r>
              <a:t>REVEAL — SAY: “FOREMAN did not invent numbers. The misleading story came from chart type, scale, and title. Critiquing that finished output is the engineering skill.”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CLOUD-PASS CANON SAY · revised M12.</a:t>
            </a:r>
          </a:p>
          <a:p/>
          <a:p>
            <a:r>
              <a:t>CLOSE — SAY: “If an Otter Bend chart would scare the county about ordinary variation—or use a chart type that cannot show the question—it does not ship. Diane Halvorsen, PE owns what the county sees.”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CLOUD-PASS CANON SAY · revised M12.</a:t>
            </a:r>
          </a:p>
          <a:p/>
          <a:p>
            <a:r>
              <a:t>CLOSE — SAY: “Collect HW6, assign the code-reading primer due before M15, and preserve the spoiler guard: no M13 details and no Exam 1 scenario details.”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cmejob-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01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606040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26B1D"/>
                </a:solidFill>
                <a:latin typeface="Barlow Condensed"/>
              </a:rPr>
              <a:t>MEETING 12  ·  INSTRUCTOR 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Barlow Condensed"/>
              </a:rPr>
              <a:t>Pretty does not mean honest.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0">
                <a:solidFill>
                  <a:srgbClr val="6F8FAF"/>
                </a:solidFill>
                <a:latin typeface="Arial"/>
              </a:rPr>
              <a:t>Open only after students commit dispositions and redraws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Barlow Condensed"/>
              </a:rPr>
              <a:t>M12 · Unit 2: Doubt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Tile A · truncated y-axis</a:t>
            </a:r>
          </a:p>
        </p:txBody>
      </p:sp>
      <p:pic>
        <p:nvPicPr>
          <p:cNvPr id="4" name="Picture 3" descr="M12-tile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44168"/>
            <a:ext cx="672084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35240" y="1527048"/>
            <a:ext cx="3886200" cy="274320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1746504"/>
            <a:ext cx="3337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WHY IT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185415"/>
            <a:ext cx="33375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99.5–104.5 µε scale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Ordinary movement fills the frame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Failure-sounding title outruns the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Repair A · restore magnitude context</a:t>
            </a:r>
          </a:p>
        </p:txBody>
      </p:sp>
      <p:pic>
        <p:nvPicPr>
          <p:cNvPr id="4" name="Picture 3" descr="M12-fix-A-honest-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52728"/>
            <a:ext cx="10104120" cy="57737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Tile B · wrong chart type for ordered time</a:t>
            </a:r>
          </a:p>
        </p:txBody>
      </p:sp>
      <p:pic>
        <p:nvPicPr>
          <p:cNvPr id="4" name="Picture 3" descr="M12-tile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16736"/>
            <a:ext cx="672084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35240" y="1527048"/>
            <a:ext cx="3886200" cy="274320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1746504"/>
            <a:ext cx="3337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WHY IT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185415"/>
            <a:ext cx="33375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Pie treats hours as unordered shares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Sequence is hard to compare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Question is hourly pattern, not composition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Repair B · put hour back on the x-axis</a:t>
            </a:r>
          </a:p>
        </p:txBody>
      </p:sp>
      <p:pic>
        <p:nvPicPr>
          <p:cNvPr id="4" name="Picture 3" descr="M12-fix-B-hourly-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52728"/>
            <a:ext cx="10104120" cy="57737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Tile C · approve</a:t>
            </a:r>
          </a:p>
        </p:txBody>
      </p:sp>
      <p:pic>
        <p:nvPicPr>
          <p:cNvPr id="4" name="Picture 3" descr="M12-tile-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16736"/>
            <a:ext cx="672084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35240" y="1527048"/>
            <a:ext cx="3886200" cy="27432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1746504"/>
            <a:ext cx="3337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WHY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185415"/>
            <a:ext cx="33375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Bars match category comparison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Common zero baseline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Counts and observation window are labeled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300" b="1" i="0">
                <a:solidFill>
                  <a:srgbClr val="FFFFFF"/>
                </a:solidFill>
                <a:latin typeface="Barlow Condensed"/>
              </a:rPr>
              <a:t>The chart can lie while every number is true.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6F8FAF"/>
                </a:solidFill>
                <a:latin typeface="Arial"/>
              </a:rPr>
              <a:t>Human review tests the question, encoding, scale, and claim—not only arithmetic.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Barlow Condensed"/>
              </a:rPr>
              <a:t>Close M12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HW6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70078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Two corrected charts, clearly labeled, with Note v2.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3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PRIMER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69463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Async code reading due before M15.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WES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43814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Delivered the pack; did not co-solve.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SPOILER 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430682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No M13 or Exam 1 scenario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2027-03-11T12:00:00Z</dcterms:created>
  <dcterms:modified xsi:type="dcterms:W3CDTF">2027-03-11T12:00:00Z</dcterms:modified>
  <cp:category/>
</cp:coreProperties>
</file>