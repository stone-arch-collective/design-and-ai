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“While the office slept, FOREMAN completed its overnight batch on feed.csv. Today we decide whether the 3 a.m. alarm was a real event, an outlier, or a pipeline artifact. At the end, this file leaves your desk.” Keep the reveal deck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“Diane reviewed the overnight record and asked Wes for a disposition. FOREMAN changed from emergency closure to deletion. Confidence does not complete either reasoning chain.” Hand out H6-01.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orange status tells us what FOREMAN concluded, not what caused the spike. We will test the distribution, the pipeline, and an independent event record before advising Wes.”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“Before computing anything, name the distribution FOREMAN assumed. A bell curve is a model choice, not the spreadsheet default.”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“A histogram answers a question about the unit you counted. Gauge rows, timestamp maxima, and daily peaks are three different populations.”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“Normal data are roughly symmetric. Right-skewed monitoring data have a long high tail because rare loads can occur. Describe the shape you see before choosing either model.”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“Outlier means unusual relative to a distribution. It does not mean sensor drift, structural danger, or bad data until another check identifies the cause.”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“Possible explanations include a real external load, sensor drift, or a pipeline transformation. To call it an artifact, point to the operation that created or corrupted the value.”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“FOREMAN's chain contains two unsupported arrows: unusual to error, then error to delete. Test each arrow independently.”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“Plot all 15 daily peaks and highlight the alarm point. Keep every row while plotting; describe centre, spread, shape, and tail before deciding.” Circulate without confirming the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“You already found a duplicated block in feed.csv. Show whether that specific defect touches the 3 a.m. timestamp or changes its daily peak.”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“Now open the external record and align timestamps. A match can corroborate an event, but it cannot by itself diagnose the bridge or prove the load estimate.” Do not announce the matching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“Write your decision before the reveal. Then record what you checked, what remains unverified, and physically hand the gauge workbook to Wes. That complete handoff closes Unit 1.”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06  ·  UNIT 1: HIRED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Real—or an outlier?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Audit FOREMAN's reversal, close Unit 1, hand the file to Wes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Thursday, February 18,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FOREMAN has reversed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Tuesday: close it. Thursday: delete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10853928" cy="19659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v4.2 — FINAL DISPOSITION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030528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100" b="0" i="0">
                <a:solidFill>
                  <a:srgbClr val="2B2F36"/>
                </a:solidFill>
                <a:latin typeface="Arial"/>
              </a:rPr>
              <a:t>“Daily peak strain is normally distributed. The 286.1 µε value is more than five standard deviations from normal operation. Discard it as a sensor fault.”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88536"/>
            <a:ext cx="10853928" cy="13716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50799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946903"/>
            <a:ext cx="10305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“It cannot be an emergency Tuesday and bad data Thursday just because both answers are decisive.”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Audit the claim, the data path, and the independent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2918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1 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is the unit of analysis?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shape do the daily peaks have?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Is a normal model justified?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2918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2 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Did correction, averaging, or duplication create the 03:00 value?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29184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3  EVENT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independent record can test whether something crossed at the same time?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Describe the distribution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The model is a claim about shape, not a default setting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distribution connects values to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Choose the observational unit before making the histogram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5282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568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Gauge row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one sensor at one timestamp.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922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3962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Timestamp maximum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the largest corrected reading across eight gauges.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9316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8356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Daily peak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one selected maximum per day—the population FOREMAN says it modeled.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454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5493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Consequence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changing the unit changes the shape, sample size, and meaning.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02936"/>
            <a:ext cx="10853928" cy="118872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42239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AUDIT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861303"/>
            <a:ext cx="1030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Which population supports the claim FOREMAN actually made?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Normal and skewed are shapes—not verdicts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747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Symmetric around a centre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Mean and median align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Two tails of similar form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model to justify—not assume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7472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RIGHT-SKEWED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Most values cluster lower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long tail reaches higher values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Heavy crossings can create rare high strain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Mean is pulled toward the 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300" b="1" i="0">
                <a:solidFill>
                  <a:srgbClr val="FFFFFF"/>
                </a:solidFill>
                <a:latin typeface="Barlow Condensed"/>
              </a:rPr>
              <a:t>An outlier is unusual in a distribution.
It is not automatically an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Statistical description ≠ physical diagnosis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Pipeline artifact is a causal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Show the operation that created or corrupted the value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5282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568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Source row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Does 286.1 µε exist in the corrected feed?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9224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3962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Transformation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Did baseline correction or the 10-minute window create it?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0598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1099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Duplication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Does the known repeated block touch this timestamp or change the daily maximum?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1972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8237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Cross-sensor pattern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Do neighbouring gauges move at the same time?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35914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2631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Independent record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Does another system record an event at that timestamp?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Audit the whole reasoning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Unusual → error → delete contains two unsupported arrows until evidence earns them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Build the daily-peak histogram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M06-gauge-audit-and-handoff.xlsx and use the Daily peaks 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Plot daily_peak_corrected_microstrain as a histogram.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Describe centre, spread, shape, and any unusual values without deleting a row.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Write whether the histogram supports FOREMAN's normal-distribution assumption.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Do not diagnose the cause from the histogram.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Trace the 03:00 value through the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Use the 03-00 event sheet and the M05 feed, run log, and threshold 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Check whether all gauges, only G6, or no neighbours move at 03:00.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Locate the duplicated timestamp block from HW3. Does it touch this event?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each claim: supported, unsupported, or unresolved.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A known data problem is not evidence that every unusual value is bad.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Open the independent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traffic_counts.csv and filter to the alarm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Align its timestamp with the gauge spreadsheet. Record the matching row, if any.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State what temporal alignment supports—and what it still cannot prove.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Choose retain, quarantine, or remove. Give the evidence and next check.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The decision and its limits go in H6-03 before any reveal.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Close Unit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H6-02 audit and H6-03 decision log / Unit 1 debrief.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The Wes handoff sheet inside the workbook and H6-04 cover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Give the gauge spreadsheet to Wes with checked and unchecked items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Diane's reaction is not your grade. Your evidence trail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2027-02-18T12:00:00Z</dcterms:created>
  <dcterms:modified xsi:type="dcterms:W3CDTF">2027-02-18T12:00:00Z</dcterms:modified>
  <cp:category/>
</cp:coreProperties>
</file>