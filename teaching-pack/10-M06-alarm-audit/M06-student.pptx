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“Today we decide whether the alarm evidence was real, an outlier, or a pipeline artifact. At the end, this file leaves your desk.” Keep the reveal deck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“FOREMAN changed from emergency to deletion. Confidence did not make either chain complete.” Hand out H6-01.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“Three hunts, three kinds of evidence. Do not let an unusual value become a sensor fault by vocabulary alone.”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“Before computing anything, name the distribution FOREMAN says it used.”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“A histogram answers a question about the unit you counted. Rows, timestamp maxima, and daily peaks are different populations.”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“Normality is not the spreadsheet default. Describe visible shape before choosing a model.”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“Outlier names a relationship to the rest of a set. It does not tell us truck, fault, or danger.”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“To call this a pipeline artifact, point to the transformation that produced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“FOREMAN's chain contains arrows. Our job is to test every arrow, not just the first number.”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“Keep every row while plotting. Describe first; decide later.” Circulate without confirming the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duplicate block is real. Test whether it is relevant to this timestamp instead of using it as a general reason to distrust the feed.”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independent file is now available. Match timestamps, then state the boundary of what a match proves.” Do not announce the matching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“Write first. Then complete the cover record and physically hand the workbook to Wes.” Collect decisions before opening the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06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Real—or an outlier?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Audit FOREMAN's reversal, close Unit 1, hand the file to Wes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February 18,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has reversed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Tuesday: close it. Thursday: delete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10853928" cy="19659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FINAL DISPOSITION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03052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“Daily peak strain is normally distributed. The 286.1 µε value is more than five standard deviations from normal operation. Discard it as a sensor fault.”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88536"/>
            <a:ext cx="10853928" cy="13716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5079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946903"/>
            <a:ext cx="10305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“It cannot be an emergency Tuesday and bad data Thursday just because both answers are decisive.”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Audit the claim, the data path, and the independent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2918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is the unit of analysis?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shape do the daily peaks have?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Is a normal model justified?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2918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Did correction, averaging, or duplication create the 03:00 value?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2918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3  EVENT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independent record can test whether something crossed at the same time?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Describe the distribution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The model is a claim about shape, not a default setting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distribution connects values to frequency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Choose the observational unit before making the histogram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Gauge row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one sensor at one timestamp.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Timestamp maximum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the largest corrected reading across eight gauges.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16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8356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Daily peak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one selected maximum per day—the population FOREMAN says it modeled.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454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5493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Consequence 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changing the unit changes the shape, sample size, and meaning.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202936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4223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AUDIT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861303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00" b="0" i="0">
                <a:solidFill>
                  <a:srgbClr val="2B2F36"/>
                </a:solidFill>
                <a:latin typeface="Arial"/>
              </a:rPr>
              <a:t>Which population supports the claim FOREMAN actually made?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Normal and skewed are shapes—not verdicts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7472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Symmetric around a centre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and median align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Two tails of similar form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model to justify—not assume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74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RIGHT-SKEWED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Most values cluster lower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long tail reaches higher values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Heavy crossings can create rare high strain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is pulled toward the 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300" b="1" i="0">
                <a:solidFill>
                  <a:srgbClr val="FFFFFF"/>
                </a:solidFill>
                <a:latin typeface="Barlow Condensed"/>
              </a:rPr>
              <a:t>An outlier is unusual in a distribution.
It is not automatically an error.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Statistical description ≠ physical diagnosis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Pipeline artifact is a causal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Show the operation that created or corrupted the value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Source row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Does 286.1 µε exist in the corrected feed?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Transformation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Did baseline correction or the 10-minute window create it?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059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099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Duplication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Does the known repeated block touch this timestamp or change the daily maximum?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91972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237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Cross-sensor pattern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 neighbouring gauges move at the same time?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3591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2631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Independent record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Does another system record an event at that timestamp?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Audit the whole reasoning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Unusual → error → delete contains two unsupported arrows until evidence earns them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Build the daily-peak histogram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M06-gauge-audit-and-handoff.xlsx and use the Daily peaks sheet.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Plot daily_peak_corrected_microstrain as a histogram.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Describe centre, spread, shape, and any unusual values without deleting a 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whether the histogram supports FOREMAN's normal-distribution assumption.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Do not diagnose the cause from the histogram.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Trace the 03:00 value through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Use the 03-00 event sheet and the M05 feed, run log, and threshold configuration.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Check whether all gauges, only G6, or no neighbours move at 03:00.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Locate the duplicated timestamp block from HW3. Does it touch this event?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each claim: supported, unsupported, or unresolved.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known data problem is not evidence that every unusual value is bad.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Open the independent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traffic_counts.csv and filter to the alarm window.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Align its timestamp with the gauge spreadsheet. Record the matching row, if any.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State what temporal alignment supports—and what it still cannot prove.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Choose retain, quarantine, or remove. Give the evidence and next check.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decision and its limits go in H6-03 before any reveal.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Unit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H6-02 audit and H6-03 decision log / Unit 1 debrief.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The Wes handoff sheet inside the workbook and H6-04 cover record.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Give the gauge spreadsheet to Wes with checked and unchecked items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Diane's reaction is not your grade. Your evidence trail 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2027-02-18T12:00:00Z</dcterms:created>
  <dcterms:modified xsi:type="dcterms:W3CDTF">2027-02-18T12:00:00Z</dcterms:modified>
  <cp:category/>
</cp:coreProperties>
</file>