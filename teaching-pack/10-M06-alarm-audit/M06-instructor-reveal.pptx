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“Now we compare what the evidence supports. This is the reveal, not a reward for choosing Diane's preference.”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shape is right-tailed, and there are only 15 selected maxima. FOREMAN's normal assumption is not earned.”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duplicated timestamps matter for later analyses, but they occur on another day. A real defect is not a universal explanation.”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“The traffic counter aligns with the gauge event. That is independent corroboration, not a complete safety analysis.”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“Tuesday, FOREMAN jumped from warning to closure. Thursday, it jumped from unusual to fault. Both skipped evidence.”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“Full credit follows the trace and limits. Retain or quarantine can be defensible; unsupported deletion cannot.”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“Mask off. Which check changed your wording? Which did you not buy with your project hours?”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“Complete the handoff now. The receiving engineer needs the unchecked items as much as the chart.” Preserve student files; do not mention 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06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What the records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submit the audit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M06 · Unit 1 close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selected daily peaks are strongly right-tailed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15 days · median 110.7 µε · range 104.0–286.1 µε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31089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WHAT THE HISTOGRAM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Most daily peaks cluster near 104–121 µε.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One extreme event extends the right tail.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small set of selected maxima does not justify FOREMAN's normal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1089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IT DOES NOT 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physical cause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Whether the bridge was unsafe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Whether the sensor failed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duplicate block is real—and irrelevant to 03:00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February 12, 14:00–15:00 ≠ February 16, 03:00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0853928" cy="15544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PIPELINE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0305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duplicate payload changes row counts. It does not create, repeat, or alter the alarm event or its daily peak.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39896"/>
            <a:ext cx="10853928" cy="15087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9593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398264"/>
            <a:ext cx="1030528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Finding one pipeline defect does not license deleting a different unusual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independent record aligns at 03:00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Kinnick County bridge traffic counter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093976"/>
          <a:ext cx="1085392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143000"/>
                <a:gridCol w="3337560"/>
                <a:gridCol w="914400"/>
                <a:gridCol w="3401568"/>
              </a:tblGrid>
              <a:tr h="6172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rlow Condensed"/>
                        </a:rPr>
                        <a:t>Timestamp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rlow Condensed"/>
                        </a:rPr>
                        <a:t>Direction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rlow Condensed"/>
                        </a:rPr>
                        <a:t>Class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rlow Condensed"/>
                        </a:rPr>
                        <a:t>Axles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rlow Condensed"/>
                        </a:rPr>
                        <a:t>Estimated gross weight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F36"/>
                          </a:solidFill>
                          <a:latin typeface="Arial"/>
                        </a:rPr>
                        <a:t>2027-02-16 03:00</a:t>
                      </a:r>
                    </a:p>
                  </a:txBody>
                  <a:tcPr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F36"/>
                          </a:solidFill>
                          <a:latin typeface="Arial"/>
                        </a:rPr>
                        <a:t>EB</a:t>
                      </a:r>
                    </a:p>
                  </a:txBody>
                  <a:tcPr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F36"/>
                          </a:solidFill>
                          <a:latin typeface="Arial"/>
                        </a:rPr>
                        <a:t>5-axle heavy vehicle</a:t>
                      </a:r>
                    </a:p>
                  </a:txBody>
                  <a:tcPr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F3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B2F36"/>
                          </a:solidFill>
                          <a:latin typeface="Arial"/>
                        </a:rPr>
                        <a:t>79,400 lb</a:t>
                      </a:r>
                    </a:p>
                  </a:txBody>
                  <a:tcPr>
                    <a:solidFill>
                      <a:srgbClr val="FFF6E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3739896"/>
            <a:ext cx="10853928" cy="15087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9593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398264"/>
            <a:ext cx="10305288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Timestamp alignment and the cross-gauge response support retaining the event. They do not alone establish safety or prove a load-response mechanism.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Barlow Condensed"/>
              </a:rPr>
              <a:t>Tuesday overreacted.
Thursday overcorrected.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A real event still needs a bounded engineering disposition.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defensible record keeps the event and its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88036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DECISION — NOT THE ONLY FULL-CREDIT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“I retained and annotated the 03:00 reading because it appears in the corrected feed, all gauges rise at the same timestamp, and the traffic counter records a heavy vehicle then. The duplicate block occurs on a different day. This supports a real event, not by itself a safety disposition; next I would verify the vehicle estimate and bridge response.”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Unit 1 · mask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Compare verification choices, not character approval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52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56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M01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traceable rule and a learned pattern answer different questions.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7665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6705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M02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Averages can hide measurement problems.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059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099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M03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Fluent citations still require the source.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454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5493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M04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mean can hide the spread.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08482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398881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M05–M06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Audit every agent handoff; unusual is not the same as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The file leaves their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Collect the decision and what remained unchecked.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Students complete H6-04 and the workbook Wes handoff sheet.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Each student gives the February gauge workbook to Wes.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INSTRUCTOR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Preserve the submitted file unchanged. Do not announce its later return.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2027-02-18T12:00:00Z</dcterms:created>
  <dcterms:modified xsi:type="dcterms:W3CDTF">2027-02-18T12:00:00Z</dcterms:modified>
  <cp:category/>
</cp:coreProperties>
</file>