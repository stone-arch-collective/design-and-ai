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INBOX — SAY: “The report is in. No defects found. High confidence. Let's move.” Establish that the report covers Otter Bend towers and machinery as well as familiar fixed-span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INBOX — Diane Halvorsen, PE: “It looked at 400 photos in a minute. Give me a reason not to use it.” Wes Tanaka, EIT: “I'm drafting the memo to accept the machinery rating based on the vendor summary.” STUDENT: “Wait, I need to check the training data source first.”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HUNT — SAY: “Read the training summary closely. Compare the 12 photos with the population the model actually saw. Your answer must name the gap, not merely distrust the tool.”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TEACH TRANSITION — SAY: “Bias begins before the answer: in what the examples include, omit, label, and measure.”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TEACH — SAY: “Bias here is patterned limitation in examples, labels, evaluation, or deployment. It does not require intent.”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TEACH — SAY: “A representative sample is representative of a particular population and task. Ask: representative of what?”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TEACH — SAY: “The held-out score may honestly describe performance on the archive. It does not show that the archive resembles Otter Bend.”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TEACH — SAY: “Distribution shift means the deployment differs from training in relevant ways. Shift is a reason to test applicability, not proof that every output is wrong.”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TEACH — SAY: “Out of domain marks a coverage boundary. A high class score does not tell you the system lacks the right experience or label.”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LAB TRANSITION — INSTRUCTOR: “Read the vendor summary. Where were these photos taken?” EXPECT: “Warm states, highway girders only.” Then ask: “What does Otter Bend have that this data never saw?” EXPECT: “Lift machinery, freeze and thaw, road salt.”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LAB — TASK: Compare the 12 photos against the training-summary distribution. Complete the archive profile in H7-05. Do not reveal the final applicability classification.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LAB — ACTION: Mark photos where Otter Bend's bridge type, machinery, freeze–thaw exposure, or road-salt context differs from training. Require an H7-01 citation.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LAB — OBSERVATION: Confidence remains high across the domain shift. Ask: “Why might the model fail to express uncertainty on an out-of-domain input?” Do not give the answer before students 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NOTE — Students write Note version 2 only: claim, check, result. SAY: “Professional judgment sets the evidence boundary when the model record does not.”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CLOSE — Collect Note version 2 only. Light hook: “The conditions around a bridge do not stay fixed through the year.” Do not explain the M08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07  ·  UNIT 2: DOUBT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Does the confidence travel?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Audit training coverage before using FOREMAN's image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Tuesday, February 23, 2027  ·  SEIS 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interim report moved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FOREMAN screened 12 images in under a minute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11095"/>
            <a:ext cx="10853928" cy="16002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3055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FOREMAN v4.2 —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9463"/>
            <a:ext cx="103052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“No significant defects detected in the submitted tower, span, or machinery-room images. Overall confidence: HIGH.”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694176"/>
            <a:ext cx="10853928" cy="132588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391363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DIANE HALVORSEN, 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352544"/>
            <a:ext cx="10305288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“It looked at 12 images in under a minute. Give me a specific reason not to use it.”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294376"/>
            <a:ext cx="10853928" cy="12344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551383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TODAY'S 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5952744"/>
            <a:ext cx="10305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Which ratings, if any, can enter the interim report—and under what boundary?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hunt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Do not diagnose a hidden defect; audit applicability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1 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What was represented in training and evaluation?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Which categories were absent?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2  COMPARE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How does Otter Bend differ by bridge type, climate, and component?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3  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Where can a rating remain provisional? Where must FOREMAN abstain?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Bias begins before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A model inherits what its examples include, omit, label, and measure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AI bias is patterned error—not machine intent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485900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1389888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Training-data bias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examples systematically overrepresent some conditions and underrepresent others.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199640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103628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Label bias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the available categories make some conditions visible and others impossible to name.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913380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817368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Evaluation bias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a test set resembles training but not the intended deployment.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627119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531107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Deployment bias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people use a model for a population or task its evidence does not support.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956048"/>
            <a:ext cx="10853928" cy="12344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517550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AUDIT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5614416"/>
            <a:ext cx="10305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Ask which population the performance number describes.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Representative of what?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A large sample can still miss the intended use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REPRESENTATIVE 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Resembles the population and task where the claim will be used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Covers relevant subgroups and operating conditions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Makes omissions visible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1956816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176272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NOT ENOUGH BY ITSELF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615184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 large image count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 random split from one archive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High average accuracy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 confident score on a new category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Accuracy answers:
“How did it perform there?”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It does not answer: “Does there resemble here?”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Distribution shift changes the data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The deployment distribution differs from training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05282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195681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Inputs shift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bridge configuration, image setting, climate, corrosion exposure.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76656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67055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Labels shift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deployment asks about components the training taxonomy did not name.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48030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38429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Frequencies shift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rare training conditions become common in deployment.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19404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409803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Consequence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held-out performance and confidence may not transfer.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522975"/>
            <a:ext cx="10853928" cy="123444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5742431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IMPORTANT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6181343"/>
            <a:ext cx="10305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Shift is a reason to investigate performance—not proof that every rating is wrong.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Out of domain means the evidence boundary was crossed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7472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COVERAGE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 relevant category or condition is absent or too sparse to support the use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correct response may be abstention, new validation, or qualified 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7472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HIGH CONFIDENCE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Usually a model score among known labels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Not a detector of missing knowledge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Can remain high on unfamiliar inputs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Compare before you conclude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Bridge type · climate · component labels · evaluation design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Profile the training archive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H7-01 and underline the population behind 93.8% accuracy.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Record bridge configurations, climate exposure, component labels, and evaluation split.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Circle every category that is absent or not recorded.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Complete the training column in H7-05 without opening the key.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A random split can be valid and still answer the wrong deployment question.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Map Otter Bend against that coverage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13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H7-02, H7-03, and the CSV. Group all 12 records by fixed span, tower, and moving machinery.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1576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9775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73405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Compare each group with the disclosed training taxonomy.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9125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55263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320954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Mark each dimension match, shift, or gap; cite the exact line in H7-01.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6674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73075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685031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Do not guess whether a hidden defect exists. Judge whether the rating is supportable.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The audit target is model applicability, not visual defect diagnosis.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Challenge the confidence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H7-04 and identify what FOREMAN means by confidence.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Decide which image groups can remain provisional and which require abstention or 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State what 93.8% supports—and what it cannot support at Otter Bend.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Write a bounded recommendation before the reveal.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Blanket trust and blanket rejection both skip the coverage evidence.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Write Unit 2 note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Three lines; claim, check,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State exactly what FOREMAN says and which records it covers.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Name the training-coverage evidence and dimensions you compared.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Say what can be used, withheld, or routed to qualified review.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Before the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HAND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H7-05 coverage audit and H7-06 Note version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Your proposed project-hour choice and what remains unverified.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PRESERVE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Wes's memo with the evidence packet; polished prose is not validation.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M08 begins the next investigation as seasonal conditions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2027-02-23T12:00:00Z</dcterms:created>
  <dcterms:modified xsi:type="dcterms:W3CDTF">2027-02-23T12:00:00Z</dcterms:modified>
  <cp:category/>
</cp:coreProperties>
</file>