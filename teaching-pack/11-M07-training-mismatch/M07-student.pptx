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INBOX — SAY: “The report is in. No defects found. High confidence. Let's move.” Establish that the report covers Otter Bend towers and machinery as well as familiar fixed-span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INBOX — DIANE: “It looked at 400 photos in a minute. Give me a reason not to use it.” WES: “I'm drafting the memo to accept the machinery rating based on the vendor summary.” STUDENT: “Wait, I need to check the training data source first.”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HUNT — SAY: “Read the training summary closely. Compare the 12 photos with the population the model actually saw. Your answer must name the gap, not merely distrust the tool.”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TRANSITION — SAY: “Bias begins before the answer: in what the examples include, omit, label, and measure.”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“Bias here is patterned limitation in examples, labels, evaluation, or deployment. It does not require intent.”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“A representative sample is representative of a particular population and task. Ask: representative of what?”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“The held-out score may honestly describe performance on the archive. It does not show that the archive resembles Otter Bend.”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“Distribution shift means the deployment differs from training in relevant ways. Shift is a reason to test applicability, not proof that every output is wrong.”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“Out of domain marks a coverage boundary. A high class score does not tell you the system lacks the right experience or label.”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TRANSITION — INSTRUCTOR: “Read the vendor summary. Where were these photos taken?” EXPECT: “Warm states, highway girders only.” Then ask: “What does Otter Bend have that this data never saw?” EXPECT: “Lift machinery, freeze and thaw, road salt.”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TASK: Compare the 12 photos against the training-summary distribution. Complete the archive profile in H7-05. Do not reveal the final applicability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ACTION: Mark photos where Otter Bend's bridge type, machinery, freeze–thaw exposure, or road-salt context differs from training. Require an H7-01 citation.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OBSERVATION: Confidence remains high across the domain shift. Ask: “Why might the model fail to express uncertainty on an out-of-domain input?” Do not give the answer before students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NOTE — Students write Note version 2 only: claim, check, result. SAY: “Professional judgment sets the evidence boundary when the model record does not.”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CLOSE — Collect Note version 2 only. Light hook: “The conditions around a bridge do not stay fixed through the year.” Do not name temperature as damage, thermal expansion, or the M08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07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Does the confidence 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Audit training coverage before using FOREMAN's image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February 23,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interim report moved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screened 12 images in under a minute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6002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“No significant defects detected in the submitted tower, span, or machinery-room images. Overall confidence: HIGH.”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69417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9136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35254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“It looked at 12 images in under a minute. Give me a specific reason not to use it.”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294376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5138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TODAY'S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952744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Which ratings, if any, can enter the interim report—and under what boundary?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Do not diagnose a hidden defect; audit applicability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was represented in training and evaluation?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Which categories were absent?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does Otter Bend differ by bridge type, climate, and component?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3  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Where can a rating remain provisional? Where must FOREMAN abstain?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Bias begins before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A model inherits what its examples include, omit, label, and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AI bias is patterned error—not machine intent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48590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38988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Training-data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examples systematically overrepresent some conditions and underrepresent others.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964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10362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Label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available categories make some conditions visible and others impossible to name.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91338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81736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Evaluation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test set resembles training but not the intended deployment.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627119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31107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Deployment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people use a model for a population or task its evidence does not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95604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17550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AUDIT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61441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Ask which population the performance number describes.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Representative of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 large sample can still miss the intended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REPRESENTATIVE 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Resembles the population and task where the claim will be used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Covers relevant subgroups and operating conditions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Makes omissions visible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NOT ENOUGH BY ITSELF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large image count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random split from one archive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High average accuracy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confident score on a new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Accuracy answers:
“How did it perform there?”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It does not answer: “Does there resemble here?”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Distribution shift changes the data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deployment distribution differs from training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Inputs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bridge configuration, image setting, climate, corrosion exposure.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76656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6705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Labels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deployment asks about components the training taxonomy did not name.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48030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3842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Frequencies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rare training conditions become common in deployment.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1940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0980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Consequence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held-out performance and confidence may not transfer.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22975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81343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Shift is a reason to investigate performance—not proof that every rating is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Out of domain means the evidence boundary was crossed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7472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COVERAGE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relevant category or condition is absent or too sparse to support the use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correct response may be abstention, new validation, or qualified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74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HIGH 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Usually a model score among known labels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Not a detector of missing knowledge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Can remain high on unfamiliar inputs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Compare before you conclude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Bridge type · climate · component labels · evaluation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Profile the training archive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H7-01 and underline the population behind 93.8% accuracy.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Record bridge configurations, climate exposure, component labels, and evaluation split.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Circle every category that is absent or not recorded.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Complete the training column in H7-05 without opening the key.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random split can be valid and still answer the wrong deployment question.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Map Otter Bend against that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13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H7-02, H7-03, and the CSV. Group all 12 records by fixed span, tower, and moving machinery.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Compare each group with the disclosed training taxonomy.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3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each dimension match, shift, or gap; cite the exact line in H7-01.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6674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8503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Do not guess whether a hidden defect exists. Judge whether the rating is supportable.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audit target is model applicability, not visual defect diagnosis.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Challenge the confidence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H7-04 and identify what FOREMAN means by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Decide which image groups can remain provisional and which require abstention or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State what 93.8% supports—and what it cannot support at Otter Bend.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a bounded recommendation before the reveal.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Blanket trust and blanket rejection both skip the coverage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Three lines; claim, check,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exactly what FOREMAN says and which records it covers.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the training-coverage evidence and dimensions you compared.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Say what can be used, withheld, or routed to qualified 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H7-05 coverage audit and H7-06 Note version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Your proposed project-hour choice and what remains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PRESERVE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Wes's memo with the evidence packet; polished prose is not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M08 begins the next investigation as seasonal conditions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2027-02-23T12:00:00Z</dcterms:created>
  <dcterms:modified xsi:type="dcterms:W3CDTF">2027-02-23T12:00:00Z</dcterms:modified>
  <cp:category/>
</cp:coreProperties>
</file>