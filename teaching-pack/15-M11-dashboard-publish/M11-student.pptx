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TITLE — M11: Permission to publish. The dashboard is county-facing, so Diane Halvorsen, PE is SKEPTIC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INBOX 10 — FOREMAN says: “County-facing Otter Bend health dashboard assembled overnight. Five tiles. Requesting approval to publish to the public portal. No human review requested. Confidence high.” Diane Halvorsen, PE: “The county will see this. I am not rubber-stamping a pretty board.” Wes Tanaka, EIT: “I barely slept. I’m not walking the tiles with you — use the form.”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INBOX — Show the five-tile stub. Orange text means FOREMAN said it. Students receive the dashboard and review form. Do not identify which tiles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HUNT — Students are literally the human review checkpoint. For each tile: approve, fix, or pull, with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TEACH TRANSITION — The dashboard is a set of claims. Compact presentation does not make any metric self-explanatory.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TEACH 25 — Dashboard and metrics: a tile is only as good as its definition, units, source, and timestamp.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TEACH — Time series on a dashboard still need the same honesty as a lab plot. A red arrow is a claim, not a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TEACH — Agent-built report and agent autonomy: FOREMAN can assemble overnight; that does not license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TEACH — Human review is the safety layer. Keep the two designed errors gated until students finish the hunt.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LAB 30 — Open the five-tile dashboard and H11-01. Check definitions, units, sources, timestamps, and whether a time-series claim matches prior class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LAB — Students review the first two tiles without being told which survive. Wes does not co-solve or tip the hunt.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LAB — Students review the remaining three tiles. Some tiles can be approve-worthy; this is not a wipeout.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LAB — Students complete all five decisions and make the board-level publish call before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NOTE 10 — Hand in the completed review form and Note version 2: a short audit trail of what was approved, fixed, or pulled and why Diane should or should not allow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CLOSE — Publish is a human decision. FOREMAN can draft the board overnight; Otter Bend’s county page only goes live if a person owns the review. Leave open that chart craft still matters without naming later chart tricks.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11  ·  UNIT 2: DOUBT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Permission to publish.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Agentic dashboards and the human review checkpoint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Tuesday, March 9, 2027  ·  SEIS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overnight publish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Five tiles · county-facing · approval requested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65376"/>
            <a:ext cx="10853928" cy="20574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8483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· 06:12 CST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23744"/>
            <a:ext cx="103052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County-facing Otter Bend health dashboard assembled overnight. Five tiles.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Requesting approval to publish to the public portal. No human review requested. Confidence high.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197096"/>
            <a:ext cx="5257800" cy="160020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416552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DIANE HALVORSEN, 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855464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“The county will see this. I am not rubber-stamping a pretty board.”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8" y="4197096"/>
            <a:ext cx="5413248" cy="160020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4416552"/>
            <a:ext cx="4864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WES TANAKA, EIT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4855464"/>
            <a:ext cx="48646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“I barely slept. I’m not walking the tiles with you — use the form.”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five-tile publish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Orange text means FOREMAN said it. Review before release.</a:t>
            </a:r>
          </a:p>
        </p:txBody>
      </p:sp>
      <p:pic>
        <p:nvPicPr>
          <p:cNvPr id="5" name="Picture 4" descr="M11-five-til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377" y="1883664"/>
            <a:ext cx="752094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36422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Do not vote by appearance. Use H11-01 and inspect every tile.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You are the human review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One decision and one reason for every tile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3429000" cy="324612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APPROVE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288036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Publish as shown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Evidence and wording support the displayed claim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56816"/>
            <a:ext cx="3429000" cy="324612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615184"/>
            <a:ext cx="288036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Retain after a named correction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State exactly what must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956816"/>
            <a:ext cx="3429000" cy="324612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PULL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615184"/>
            <a:ext cx="288036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Do not publish now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claim cannot be corrected safely before 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A dashboard is a set of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Compact presentation does not make a metric self-explanatory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metric needs a 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DEFINED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What is measured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How it is calculated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What is included or excluded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Units or scale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Source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Observation and refresh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Time series still need honest interpretation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Measurements ordered across time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Window, units, source, and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Arrow, color, label, or score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 visual cue is an interpretation—not a fact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An agent-built report separates capability from authority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Gather fields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Assemble tiles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Format a board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Request an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A HUMAN MUST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Check the evidence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Set the release boundary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Record and own the publish decision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Barlow Condensed"/>
              </a:rPr>
              <a:t>Autonomy can assemble the board.
It does not grant authority to publish.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The human checkpoint is a control, not a ceremonial click.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Walk every tile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Definition · units · source · timestamp · claim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Review tiles 1 and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Read the displayed value, label, color, and visual direction.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Find a definition, units or scale, source, and timestamp for each.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Ask whether you have seen either claim or chart story before.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Mark approve, fix, or pull and write one evidence-based sentence.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Do not compare votes yet. Commit your own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Review tiles 3 through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Apply the same checks; do not assume every tile fails.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Distinguish a source-system status from an engineering condition 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Check numerator, denominator, reporting window, and source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Mark approve, fix, or pull and write one evidence-based sentence.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A clean-looking tile still needs a definition and provenance.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Make the publish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8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Confirm all five rows on H11-01 have a decision and reason.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Choose ALLOW PUBLISH or HOLD PUBLISH for the board as a whole.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List conditions required before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Sign the review as the human checkpoint.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The board does not go live by default.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Write Unit 2 Note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Claim · check ·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State what FOREMAN asks permission to publish.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Name the evidence checks used across the five tiles.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Record what may ship, what must change, and why.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Before the gated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Completed H11-01: all five tile decisions and the board-level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ATTACH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H11-04 Note version 2 and decision-log entry.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REMEMBER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A defined source status is not automatically a condition conclusion.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Publish is a human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2027-03-09T12:00:00Z</dcterms:created>
  <dcterms:modified xsi:type="dcterms:W3CDTF">2027-03-09T12:00:00Z</dcterms:modified>
  <cp:category/>
</cp:coreProperties>
</file>